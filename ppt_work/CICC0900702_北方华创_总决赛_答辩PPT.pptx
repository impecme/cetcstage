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1.xml" ContentType="application/vnd.openxmlformats-officedocument.presentationml.notesSlid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2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3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320" r:id="rId4"/>
    <p:sldId id="326" r:id="rId5"/>
    <p:sldId id="338" r:id="rId6"/>
    <p:sldId id="330" r:id="rId7"/>
    <p:sldId id="313" r:id="rId8"/>
    <p:sldId id="306" r:id="rId9"/>
    <p:sldId id="331" r:id="rId10"/>
    <p:sldId id="345" r:id="rId11"/>
    <p:sldId id="316" r:id="rId12"/>
    <p:sldId id="337" r:id="rId13"/>
    <p:sldId id="333" r:id="rId14"/>
    <p:sldId id="347" r:id="rId15"/>
    <p:sldId id="346" r:id="rId16"/>
    <p:sldId id="327" r:id="rId17"/>
    <p:sldId id="281" r:id="rId18"/>
  </p:sldIdLst>
  <p:sldSz cx="12192000" cy="6858000"/>
  <p:notesSz cx="6858000" cy="9144000"/>
  <p:embeddedFontLst>
    <p:embeddedFont>
      <p:font typeface="标准粗黑" panose="02010600030101010101" charset="-122"/>
      <p:regular r:id="rId21"/>
    </p:embeddedFont>
    <p:embeddedFont>
      <p:font typeface="仓耳玄三M W05" panose="02010600030101010101" charset="-128"/>
      <p:regular r:id="rId22"/>
    </p:embeddedFont>
    <p:embeddedFont>
      <p:font typeface="汉仪汉黑简" panose="02010600030101010101" charset="-122"/>
      <p:regular r:id="rId23"/>
    </p:embeddedFont>
    <p:embeddedFont>
      <p:font typeface="汉仪菱心体简" panose="02010600030101010101" charset="-122"/>
      <p:regular r:id="rId24"/>
    </p:embeddedFont>
    <p:embeddedFont>
      <p:font typeface="汉仪雅酷黑简" panose="02010600030101010101" charset="-122"/>
      <p:regular r:id="rId25"/>
    </p:embeddedFont>
    <p:embeddedFont>
      <p:font typeface="汉仪铸字美心体简" panose="02010600030101010101" charset="-122"/>
      <p:regular r:id="rId26"/>
    </p:embeddedFont>
    <p:embeddedFont>
      <p:font typeface="金山云技术体" panose="02010600030101010101" charset="-122"/>
      <p:regular r:id="rId27"/>
    </p:embeddedFont>
    <p:embeddedFont>
      <p:font typeface="华文行楷" panose="02010800040101010101" pitchFamily="2" charset="-122"/>
      <p:regular r:id="rId28"/>
    </p:embeddedFont>
    <p:embeddedFont>
      <p:font typeface="华文中宋" panose="02010600040101010101" pitchFamily="2" charset="-122"/>
      <p:regular r:id="rId29"/>
    </p:embeddedFont>
    <p:embeddedFont>
      <p:font typeface="微软雅黑" panose="020B0503020204020204" pitchFamily="34" charset="-122"/>
      <p:regular r:id="rId30"/>
      <p:bold r:id="rId31"/>
    </p:embeddedFont>
  </p:embeddedFontLst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7" userDrawn="1">
          <p15:clr>
            <a:srgbClr val="A4A3A4"/>
          </p15:clr>
        </p15:guide>
        <p15:guide id="2" pos="281" userDrawn="1">
          <p15:clr>
            <a:srgbClr val="A4A3A4"/>
          </p15:clr>
        </p15:guide>
        <p15:guide id="3" orient="horz" pos="279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B68BF"/>
    <a:srgbClr val="56E9B7"/>
    <a:srgbClr val="C81D31"/>
    <a:srgbClr val="7B91BA"/>
    <a:srgbClr val="3BD8FF"/>
    <a:srgbClr val="68D4E8"/>
    <a:srgbClr val="FEFFFF"/>
    <a:srgbClr val="FDFFFF"/>
    <a:srgbClr val="A159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A1AE3A3-C5C9-4FBB-9C89-2427CB3F3369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856E3AB-D6A9-4A72-BF98-4B26A3FD7955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7E63CD6-A801-49E2-9E87-8BEA0DC77F4D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F274546-462F-41A0-A9F5-FFD48493F42F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6">
              <a:lumMod val="10000"/>
              <a:lumOff val="90000"/>
            </a:schemeClr>
          </a:solidFill>
        </a:fill>
      </a:tcStyle>
    </a:band2H>
    <a:band1V>
      <a:tcStyle>
        <a:tcBdr/>
        <a:fill>
          <a:solidFill>
            <a:schemeClr val="accent6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83" autoAdjust="0"/>
  </p:normalViewPr>
  <p:slideViewPr>
    <p:cSldViewPr snapToGrid="0" showGuides="1">
      <p:cViewPr varScale="1">
        <p:scale>
          <a:sx n="159" d="100"/>
          <a:sy n="159" d="100"/>
        </p:scale>
        <p:origin x="76" y="240"/>
      </p:cViewPr>
      <p:guideLst>
        <p:guide orient="horz" pos="457"/>
        <p:guide pos="281"/>
        <p:guide orient="horz" pos="279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8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2025/8/19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image" Target="../media/image4.png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0" Type="http://schemas.openxmlformats.org/officeDocument/2006/relationships/tags" Target="../tags/tag74.xml"/><Relationship Id="rId4" Type="http://schemas.openxmlformats.org/officeDocument/2006/relationships/tags" Target="../tags/tag68.xml"/><Relationship Id="rId9" Type="http://schemas.openxmlformats.org/officeDocument/2006/relationships/tags" Target="../tags/tag73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88.xml"/><Relationship Id="rId18" Type="http://schemas.openxmlformats.org/officeDocument/2006/relationships/tags" Target="../tags/tag93.xml"/><Relationship Id="rId26" Type="http://schemas.openxmlformats.org/officeDocument/2006/relationships/tags" Target="../tags/tag101.xml"/><Relationship Id="rId3" Type="http://schemas.openxmlformats.org/officeDocument/2006/relationships/tags" Target="../tags/tag78.xml"/><Relationship Id="rId21" Type="http://schemas.openxmlformats.org/officeDocument/2006/relationships/tags" Target="../tags/tag96.xml"/><Relationship Id="rId34" Type="http://schemas.openxmlformats.org/officeDocument/2006/relationships/image" Target="../media/image10.svg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17" Type="http://schemas.openxmlformats.org/officeDocument/2006/relationships/tags" Target="../tags/tag92.xml"/><Relationship Id="rId25" Type="http://schemas.openxmlformats.org/officeDocument/2006/relationships/tags" Target="../tags/tag100.xml"/><Relationship Id="rId33" Type="http://schemas.openxmlformats.org/officeDocument/2006/relationships/image" Target="../media/image9.png"/><Relationship Id="rId2" Type="http://schemas.openxmlformats.org/officeDocument/2006/relationships/tags" Target="../tags/tag77.xml"/><Relationship Id="rId16" Type="http://schemas.openxmlformats.org/officeDocument/2006/relationships/tags" Target="../tags/tag91.xml"/><Relationship Id="rId20" Type="http://schemas.openxmlformats.org/officeDocument/2006/relationships/tags" Target="../tags/tag95.xml"/><Relationship Id="rId29" Type="http://schemas.microsoft.com/office/2007/relationships/hdphoto" Target="../media/hdphoto1.wdp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24" Type="http://schemas.openxmlformats.org/officeDocument/2006/relationships/tags" Target="../tags/tag99.xml"/><Relationship Id="rId32" Type="http://schemas.openxmlformats.org/officeDocument/2006/relationships/image" Target="../media/image8.svg"/><Relationship Id="rId5" Type="http://schemas.openxmlformats.org/officeDocument/2006/relationships/tags" Target="../tags/tag80.xml"/><Relationship Id="rId15" Type="http://schemas.openxmlformats.org/officeDocument/2006/relationships/tags" Target="../tags/tag90.xml"/><Relationship Id="rId23" Type="http://schemas.openxmlformats.org/officeDocument/2006/relationships/tags" Target="../tags/tag98.xml"/><Relationship Id="rId28" Type="http://schemas.openxmlformats.org/officeDocument/2006/relationships/image" Target="../media/image5.png"/><Relationship Id="rId10" Type="http://schemas.openxmlformats.org/officeDocument/2006/relationships/tags" Target="../tags/tag85.xml"/><Relationship Id="rId19" Type="http://schemas.openxmlformats.org/officeDocument/2006/relationships/tags" Target="../tags/tag94.xml"/><Relationship Id="rId31" Type="http://schemas.openxmlformats.org/officeDocument/2006/relationships/image" Target="../media/image7.png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tags" Target="../tags/tag89.xml"/><Relationship Id="rId22" Type="http://schemas.openxmlformats.org/officeDocument/2006/relationships/tags" Target="../tags/tag97.xml"/><Relationship Id="rId27" Type="http://schemas.openxmlformats.org/officeDocument/2006/relationships/slideLayout" Target="../slideLayouts/slideLayout7.xml"/><Relationship Id="rId30" Type="http://schemas.openxmlformats.org/officeDocument/2006/relationships/image" Target="../media/image6.png"/><Relationship Id="rId8" Type="http://schemas.openxmlformats.org/officeDocument/2006/relationships/tags" Target="../tags/tag8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13" Type="http://schemas.openxmlformats.org/officeDocument/2006/relationships/tags" Target="../tags/tag114.xml"/><Relationship Id="rId18" Type="http://schemas.openxmlformats.org/officeDocument/2006/relationships/image" Target="../media/image5.png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tags" Target="../tags/tag113.xml"/><Relationship Id="rId17" Type="http://schemas.openxmlformats.org/officeDocument/2006/relationships/image" Target="../media/image11.emf"/><Relationship Id="rId2" Type="http://schemas.openxmlformats.org/officeDocument/2006/relationships/tags" Target="../tags/tag103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6.png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tags" Target="../tags/tag112.xml"/><Relationship Id="rId5" Type="http://schemas.openxmlformats.org/officeDocument/2006/relationships/tags" Target="../tags/tag106.xml"/><Relationship Id="rId15" Type="http://schemas.openxmlformats.org/officeDocument/2006/relationships/tags" Target="../tags/tag116.xml"/><Relationship Id="rId10" Type="http://schemas.openxmlformats.org/officeDocument/2006/relationships/tags" Target="../tags/tag111.xml"/><Relationship Id="rId19" Type="http://schemas.microsoft.com/office/2007/relationships/hdphoto" Target="../media/hdphoto1.wdp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4" Type="http://schemas.openxmlformats.org/officeDocument/2006/relationships/tags" Target="../tags/tag115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29.xml"/><Relationship Id="rId18" Type="http://schemas.openxmlformats.org/officeDocument/2006/relationships/tags" Target="../tags/tag134.xml"/><Relationship Id="rId26" Type="http://schemas.openxmlformats.org/officeDocument/2006/relationships/tags" Target="../tags/tag142.xml"/><Relationship Id="rId39" Type="http://schemas.openxmlformats.org/officeDocument/2006/relationships/notesSlide" Target="../notesSlides/notesSlide1.xml"/><Relationship Id="rId21" Type="http://schemas.openxmlformats.org/officeDocument/2006/relationships/tags" Target="../tags/tag137.xml"/><Relationship Id="rId34" Type="http://schemas.openxmlformats.org/officeDocument/2006/relationships/tags" Target="../tags/tag150.xml"/><Relationship Id="rId42" Type="http://schemas.openxmlformats.org/officeDocument/2006/relationships/image" Target="../media/image6.png"/><Relationship Id="rId7" Type="http://schemas.openxmlformats.org/officeDocument/2006/relationships/tags" Target="../tags/tag123.xml"/><Relationship Id="rId2" Type="http://schemas.openxmlformats.org/officeDocument/2006/relationships/tags" Target="../tags/tag118.xml"/><Relationship Id="rId16" Type="http://schemas.openxmlformats.org/officeDocument/2006/relationships/tags" Target="../tags/tag132.xml"/><Relationship Id="rId20" Type="http://schemas.openxmlformats.org/officeDocument/2006/relationships/tags" Target="../tags/tag136.xml"/><Relationship Id="rId29" Type="http://schemas.openxmlformats.org/officeDocument/2006/relationships/tags" Target="../tags/tag145.xml"/><Relationship Id="rId41" Type="http://schemas.microsoft.com/office/2007/relationships/hdphoto" Target="../media/hdphoto1.wdp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tags" Target="../tags/tag127.xml"/><Relationship Id="rId24" Type="http://schemas.openxmlformats.org/officeDocument/2006/relationships/tags" Target="../tags/tag140.xml"/><Relationship Id="rId32" Type="http://schemas.openxmlformats.org/officeDocument/2006/relationships/tags" Target="../tags/tag148.xml"/><Relationship Id="rId37" Type="http://schemas.openxmlformats.org/officeDocument/2006/relationships/tags" Target="../tags/tag153.xml"/><Relationship Id="rId40" Type="http://schemas.openxmlformats.org/officeDocument/2006/relationships/image" Target="../media/image5.png"/><Relationship Id="rId5" Type="http://schemas.openxmlformats.org/officeDocument/2006/relationships/tags" Target="../tags/tag121.xml"/><Relationship Id="rId15" Type="http://schemas.openxmlformats.org/officeDocument/2006/relationships/tags" Target="../tags/tag131.xml"/><Relationship Id="rId23" Type="http://schemas.openxmlformats.org/officeDocument/2006/relationships/tags" Target="../tags/tag139.xml"/><Relationship Id="rId28" Type="http://schemas.openxmlformats.org/officeDocument/2006/relationships/tags" Target="../tags/tag144.xml"/><Relationship Id="rId36" Type="http://schemas.openxmlformats.org/officeDocument/2006/relationships/tags" Target="../tags/tag152.xml"/><Relationship Id="rId10" Type="http://schemas.openxmlformats.org/officeDocument/2006/relationships/tags" Target="../tags/tag126.xml"/><Relationship Id="rId19" Type="http://schemas.openxmlformats.org/officeDocument/2006/relationships/tags" Target="../tags/tag135.xml"/><Relationship Id="rId31" Type="http://schemas.openxmlformats.org/officeDocument/2006/relationships/tags" Target="../tags/tag147.xml"/><Relationship Id="rId44" Type="http://schemas.openxmlformats.org/officeDocument/2006/relationships/image" Target="../media/image13.svg"/><Relationship Id="rId4" Type="http://schemas.openxmlformats.org/officeDocument/2006/relationships/tags" Target="../tags/tag120.xml"/><Relationship Id="rId9" Type="http://schemas.openxmlformats.org/officeDocument/2006/relationships/tags" Target="../tags/tag125.xml"/><Relationship Id="rId14" Type="http://schemas.openxmlformats.org/officeDocument/2006/relationships/tags" Target="../tags/tag130.xml"/><Relationship Id="rId22" Type="http://schemas.openxmlformats.org/officeDocument/2006/relationships/tags" Target="../tags/tag138.xml"/><Relationship Id="rId27" Type="http://schemas.openxmlformats.org/officeDocument/2006/relationships/tags" Target="../tags/tag143.xml"/><Relationship Id="rId30" Type="http://schemas.openxmlformats.org/officeDocument/2006/relationships/tags" Target="../tags/tag146.xml"/><Relationship Id="rId35" Type="http://schemas.openxmlformats.org/officeDocument/2006/relationships/tags" Target="../tags/tag151.xml"/><Relationship Id="rId43" Type="http://schemas.openxmlformats.org/officeDocument/2006/relationships/image" Target="../media/image12.png"/><Relationship Id="rId8" Type="http://schemas.openxmlformats.org/officeDocument/2006/relationships/tags" Target="../tags/tag124.xml"/><Relationship Id="rId3" Type="http://schemas.openxmlformats.org/officeDocument/2006/relationships/tags" Target="../tags/tag119.xml"/><Relationship Id="rId12" Type="http://schemas.openxmlformats.org/officeDocument/2006/relationships/tags" Target="../tags/tag128.xml"/><Relationship Id="rId17" Type="http://schemas.openxmlformats.org/officeDocument/2006/relationships/tags" Target="../tags/tag133.xml"/><Relationship Id="rId25" Type="http://schemas.openxmlformats.org/officeDocument/2006/relationships/tags" Target="../tags/tag141.xml"/><Relationship Id="rId33" Type="http://schemas.openxmlformats.org/officeDocument/2006/relationships/tags" Target="../tags/tag149.xml"/><Relationship Id="rId38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13" Type="http://schemas.openxmlformats.org/officeDocument/2006/relationships/tags" Target="../tags/tag166.xml"/><Relationship Id="rId18" Type="http://schemas.openxmlformats.org/officeDocument/2006/relationships/tags" Target="../tags/tag171.xml"/><Relationship Id="rId26" Type="http://schemas.openxmlformats.org/officeDocument/2006/relationships/image" Target="../media/image5.png"/><Relationship Id="rId3" Type="http://schemas.openxmlformats.org/officeDocument/2006/relationships/tags" Target="../tags/tag156.xml"/><Relationship Id="rId21" Type="http://schemas.openxmlformats.org/officeDocument/2006/relationships/image" Target="../media/image14.emf"/><Relationship Id="rId7" Type="http://schemas.openxmlformats.org/officeDocument/2006/relationships/tags" Target="../tags/tag160.xml"/><Relationship Id="rId12" Type="http://schemas.openxmlformats.org/officeDocument/2006/relationships/tags" Target="../tags/tag165.xml"/><Relationship Id="rId17" Type="http://schemas.openxmlformats.org/officeDocument/2006/relationships/tags" Target="../tags/tag170.xml"/><Relationship Id="rId25" Type="http://schemas.openxmlformats.org/officeDocument/2006/relationships/image" Target="../media/image16.wmf"/><Relationship Id="rId2" Type="http://schemas.openxmlformats.org/officeDocument/2006/relationships/tags" Target="../tags/tag155.xml"/><Relationship Id="rId16" Type="http://schemas.openxmlformats.org/officeDocument/2006/relationships/tags" Target="../tags/tag169.xml"/><Relationship Id="rId20" Type="http://schemas.openxmlformats.org/officeDocument/2006/relationships/notesSlide" Target="../notesSlides/notesSlide2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tags" Target="../tags/tag164.xml"/><Relationship Id="rId24" Type="http://schemas.openxmlformats.org/officeDocument/2006/relationships/oleObject" Target="../embeddings/oleObject2.bin"/><Relationship Id="rId5" Type="http://schemas.openxmlformats.org/officeDocument/2006/relationships/tags" Target="../tags/tag158.xml"/><Relationship Id="rId15" Type="http://schemas.openxmlformats.org/officeDocument/2006/relationships/tags" Target="../tags/tag168.xml"/><Relationship Id="rId23" Type="http://schemas.openxmlformats.org/officeDocument/2006/relationships/image" Target="../media/image15.wmf"/><Relationship Id="rId28" Type="http://schemas.openxmlformats.org/officeDocument/2006/relationships/image" Target="../media/image6.png"/><Relationship Id="rId10" Type="http://schemas.openxmlformats.org/officeDocument/2006/relationships/tags" Target="../tags/tag163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157.xml"/><Relationship Id="rId9" Type="http://schemas.openxmlformats.org/officeDocument/2006/relationships/tags" Target="../tags/tag162.xml"/><Relationship Id="rId14" Type="http://schemas.openxmlformats.org/officeDocument/2006/relationships/tags" Target="../tags/tag167.xml"/><Relationship Id="rId22" Type="http://schemas.openxmlformats.org/officeDocument/2006/relationships/oleObject" Target="../embeddings/oleObject1.bin"/><Relationship Id="rId27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79.xml"/><Relationship Id="rId13" Type="http://schemas.openxmlformats.org/officeDocument/2006/relationships/tags" Target="../tags/tag18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74.xml"/><Relationship Id="rId21" Type="http://schemas.openxmlformats.org/officeDocument/2006/relationships/image" Target="../media/image18.svg"/><Relationship Id="rId7" Type="http://schemas.openxmlformats.org/officeDocument/2006/relationships/tags" Target="../tags/tag178.xml"/><Relationship Id="rId12" Type="http://schemas.openxmlformats.org/officeDocument/2006/relationships/tags" Target="../tags/tag183.xml"/><Relationship Id="rId17" Type="http://schemas.openxmlformats.org/officeDocument/2006/relationships/tags" Target="../tags/tag188.xml"/><Relationship Id="rId2" Type="http://schemas.openxmlformats.org/officeDocument/2006/relationships/tags" Target="../tags/tag173.xml"/><Relationship Id="rId16" Type="http://schemas.openxmlformats.org/officeDocument/2006/relationships/tags" Target="../tags/tag187.xml"/><Relationship Id="rId20" Type="http://schemas.openxmlformats.org/officeDocument/2006/relationships/image" Target="../media/image17.png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11" Type="http://schemas.openxmlformats.org/officeDocument/2006/relationships/tags" Target="../tags/tag182.xml"/><Relationship Id="rId24" Type="http://schemas.openxmlformats.org/officeDocument/2006/relationships/image" Target="../media/image6.png"/><Relationship Id="rId5" Type="http://schemas.openxmlformats.org/officeDocument/2006/relationships/tags" Target="../tags/tag176.xml"/><Relationship Id="rId15" Type="http://schemas.openxmlformats.org/officeDocument/2006/relationships/tags" Target="../tags/tag186.xml"/><Relationship Id="rId23" Type="http://schemas.microsoft.com/office/2007/relationships/hdphoto" Target="../media/hdphoto1.wdp"/><Relationship Id="rId10" Type="http://schemas.openxmlformats.org/officeDocument/2006/relationships/tags" Target="../tags/tag181.xml"/><Relationship Id="rId19" Type="http://schemas.openxmlformats.org/officeDocument/2006/relationships/notesSlide" Target="../notesSlides/notesSlide3.xml"/><Relationship Id="rId4" Type="http://schemas.openxmlformats.org/officeDocument/2006/relationships/tags" Target="../tags/tag175.xml"/><Relationship Id="rId9" Type="http://schemas.openxmlformats.org/officeDocument/2006/relationships/tags" Target="../tags/tag180.xml"/><Relationship Id="rId14" Type="http://schemas.openxmlformats.org/officeDocument/2006/relationships/tags" Target="../tags/tag185.xml"/><Relationship Id="rId2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96.xml"/><Relationship Id="rId13" Type="http://schemas.openxmlformats.org/officeDocument/2006/relationships/tags" Target="../tags/tag20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91.xml"/><Relationship Id="rId21" Type="http://schemas.openxmlformats.org/officeDocument/2006/relationships/image" Target="../media/image21.emf"/><Relationship Id="rId7" Type="http://schemas.openxmlformats.org/officeDocument/2006/relationships/tags" Target="../tags/tag195.xml"/><Relationship Id="rId12" Type="http://schemas.openxmlformats.org/officeDocument/2006/relationships/tags" Target="../tags/tag200.xml"/><Relationship Id="rId17" Type="http://schemas.openxmlformats.org/officeDocument/2006/relationships/tags" Target="../tags/tag205.xml"/><Relationship Id="rId2" Type="http://schemas.openxmlformats.org/officeDocument/2006/relationships/tags" Target="../tags/tag190.xml"/><Relationship Id="rId16" Type="http://schemas.openxmlformats.org/officeDocument/2006/relationships/tags" Target="../tags/tag204.xml"/><Relationship Id="rId20" Type="http://schemas.openxmlformats.org/officeDocument/2006/relationships/image" Target="../media/image20.emf"/><Relationship Id="rId1" Type="http://schemas.openxmlformats.org/officeDocument/2006/relationships/tags" Target="../tags/tag189.xml"/><Relationship Id="rId6" Type="http://schemas.openxmlformats.org/officeDocument/2006/relationships/tags" Target="../tags/tag194.xml"/><Relationship Id="rId11" Type="http://schemas.openxmlformats.org/officeDocument/2006/relationships/tags" Target="../tags/tag199.xml"/><Relationship Id="rId24" Type="http://schemas.openxmlformats.org/officeDocument/2006/relationships/image" Target="../media/image6.png"/><Relationship Id="rId5" Type="http://schemas.openxmlformats.org/officeDocument/2006/relationships/tags" Target="../tags/tag193.xml"/><Relationship Id="rId15" Type="http://schemas.openxmlformats.org/officeDocument/2006/relationships/tags" Target="../tags/tag203.xml"/><Relationship Id="rId23" Type="http://schemas.microsoft.com/office/2007/relationships/hdphoto" Target="../media/hdphoto1.wdp"/><Relationship Id="rId10" Type="http://schemas.openxmlformats.org/officeDocument/2006/relationships/tags" Target="../tags/tag198.xml"/><Relationship Id="rId19" Type="http://schemas.openxmlformats.org/officeDocument/2006/relationships/image" Target="../media/image19.emf"/><Relationship Id="rId4" Type="http://schemas.openxmlformats.org/officeDocument/2006/relationships/tags" Target="../tags/tag192.xml"/><Relationship Id="rId9" Type="http://schemas.openxmlformats.org/officeDocument/2006/relationships/tags" Target="../tags/tag197.xml"/><Relationship Id="rId14" Type="http://schemas.openxmlformats.org/officeDocument/2006/relationships/tags" Target="../tags/tag202.xml"/><Relationship Id="rId2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tags" Target="../tags/tag231.xml"/><Relationship Id="rId21" Type="http://schemas.openxmlformats.org/officeDocument/2006/relationships/tags" Target="../tags/tag226.xml"/><Relationship Id="rId42" Type="http://schemas.openxmlformats.org/officeDocument/2006/relationships/tags" Target="../tags/tag247.xml"/><Relationship Id="rId47" Type="http://schemas.openxmlformats.org/officeDocument/2006/relationships/tags" Target="../tags/tag252.xml"/><Relationship Id="rId63" Type="http://schemas.openxmlformats.org/officeDocument/2006/relationships/tags" Target="../tags/tag268.xml"/><Relationship Id="rId68" Type="http://schemas.openxmlformats.org/officeDocument/2006/relationships/tags" Target="../tags/tag273.xml"/><Relationship Id="rId84" Type="http://schemas.openxmlformats.org/officeDocument/2006/relationships/tags" Target="../tags/tag289.xml"/><Relationship Id="rId89" Type="http://schemas.openxmlformats.org/officeDocument/2006/relationships/tags" Target="../tags/tag294.xml"/><Relationship Id="rId16" Type="http://schemas.openxmlformats.org/officeDocument/2006/relationships/tags" Target="../tags/tag221.xml"/><Relationship Id="rId11" Type="http://schemas.openxmlformats.org/officeDocument/2006/relationships/tags" Target="../tags/tag216.xml"/><Relationship Id="rId32" Type="http://schemas.openxmlformats.org/officeDocument/2006/relationships/tags" Target="../tags/tag237.xml"/><Relationship Id="rId37" Type="http://schemas.openxmlformats.org/officeDocument/2006/relationships/tags" Target="../tags/tag242.xml"/><Relationship Id="rId53" Type="http://schemas.openxmlformats.org/officeDocument/2006/relationships/tags" Target="../tags/tag258.xml"/><Relationship Id="rId58" Type="http://schemas.openxmlformats.org/officeDocument/2006/relationships/tags" Target="../tags/tag263.xml"/><Relationship Id="rId74" Type="http://schemas.openxmlformats.org/officeDocument/2006/relationships/tags" Target="../tags/tag279.xml"/><Relationship Id="rId79" Type="http://schemas.openxmlformats.org/officeDocument/2006/relationships/tags" Target="../tags/tag284.xml"/><Relationship Id="rId102" Type="http://schemas.microsoft.com/office/2007/relationships/hdphoto" Target="../media/hdphoto1.wdp"/><Relationship Id="rId5" Type="http://schemas.openxmlformats.org/officeDocument/2006/relationships/tags" Target="../tags/tag210.xml"/><Relationship Id="rId90" Type="http://schemas.openxmlformats.org/officeDocument/2006/relationships/tags" Target="../tags/tag295.xml"/><Relationship Id="rId95" Type="http://schemas.openxmlformats.org/officeDocument/2006/relationships/tags" Target="../tags/tag300.xml"/><Relationship Id="rId22" Type="http://schemas.openxmlformats.org/officeDocument/2006/relationships/tags" Target="../tags/tag227.xml"/><Relationship Id="rId27" Type="http://schemas.openxmlformats.org/officeDocument/2006/relationships/tags" Target="../tags/tag232.xml"/><Relationship Id="rId43" Type="http://schemas.openxmlformats.org/officeDocument/2006/relationships/tags" Target="../tags/tag248.xml"/><Relationship Id="rId48" Type="http://schemas.openxmlformats.org/officeDocument/2006/relationships/tags" Target="../tags/tag253.xml"/><Relationship Id="rId64" Type="http://schemas.openxmlformats.org/officeDocument/2006/relationships/tags" Target="../tags/tag269.xml"/><Relationship Id="rId69" Type="http://schemas.openxmlformats.org/officeDocument/2006/relationships/tags" Target="../tags/tag274.xml"/><Relationship Id="rId80" Type="http://schemas.openxmlformats.org/officeDocument/2006/relationships/tags" Target="../tags/tag285.xml"/><Relationship Id="rId85" Type="http://schemas.openxmlformats.org/officeDocument/2006/relationships/tags" Target="../tags/tag290.xml"/><Relationship Id="rId12" Type="http://schemas.openxmlformats.org/officeDocument/2006/relationships/tags" Target="../tags/tag217.xml"/><Relationship Id="rId17" Type="http://schemas.openxmlformats.org/officeDocument/2006/relationships/tags" Target="../tags/tag222.xml"/><Relationship Id="rId25" Type="http://schemas.openxmlformats.org/officeDocument/2006/relationships/tags" Target="../tags/tag230.xml"/><Relationship Id="rId33" Type="http://schemas.openxmlformats.org/officeDocument/2006/relationships/tags" Target="../tags/tag238.xml"/><Relationship Id="rId38" Type="http://schemas.openxmlformats.org/officeDocument/2006/relationships/tags" Target="../tags/tag243.xml"/><Relationship Id="rId46" Type="http://schemas.openxmlformats.org/officeDocument/2006/relationships/tags" Target="../tags/tag251.xml"/><Relationship Id="rId59" Type="http://schemas.openxmlformats.org/officeDocument/2006/relationships/tags" Target="../tags/tag264.xml"/><Relationship Id="rId67" Type="http://schemas.openxmlformats.org/officeDocument/2006/relationships/tags" Target="../tags/tag272.xml"/><Relationship Id="rId103" Type="http://schemas.openxmlformats.org/officeDocument/2006/relationships/image" Target="../media/image6.png"/><Relationship Id="rId20" Type="http://schemas.openxmlformats.org/officeDocument/2006/relationships/tags" Target="../tags/tag225.xml"/><Relationship Id="rId41" Type="http://schemas.openxmlformats.org/officeDocument/2006/relationships/tags" Target="../tags/tag246.xml"/><Relationship Id="rId54" Type="http://schemas.openxmlformats.org/officeDocument/2006/relationships/tags" Target="../tags/tag259.xml"/><Relationship Id="rId62" Type="http://schemas.openxmlformats.org/officeDocument/2006/relationships/tags" Target="../tags/tag267.xml"/><Relationship Id="rId70" Type="http://schemas.openxmlformats.org/officeDocument/2006/relationships/tags" Target="../tags/tag275.xml"/><Relationship Id="rId75" Type="http://schemas.openxmlformats.org/officeDocument/2006/relationships/tags" Target="../tags/tag280.xml"/><Relationship Id="rId83" Type="http://schemas.openxmlformats.org/officeDocument/2006/relationships/tags" Target="../tags/tag288.xml"/><Relationship Id="rId88" Type="http://schemas.openxmlformats.org/officeDocument/2006/relationships/tags" Target="../tags/tag293.xml"/><Relationship Id="rId91" Type="http://schemas.openxmlformats.org/officeDocument/2006/relationships/tags" Target="../tags/tag296.xml"/><Relationship Id="rId96" Type="http://schemas.openxmlformats.org/officeDocument/2006/relationships/tags" Target="../tags/tag301.xml"/><Relationship Id="rId1" Type="http://schemas.openxmlformats.org/officeDocument/2006/relationships/tags" Target="../tags/tag206.xml"/><Relationship Id="rId6" Type="http://schemas.openxmlformats.org/officeDocument/2006/relationships/tags" Target="../tags/tag211.xml"/><Relationship Id="rId15" Type="http://schemas.openxmlformats.org/officeDocument/2006/relationships/tags" Target="../tags/tag220.xml"/><Relationship Id="rId23" Type="http://schemas.openxmlformats.org/officeDocument/2006/relationships/tags" Target="../tags/tag228.xml"/><Relationship Id="rId28" Type="http://schemas.openxmlformats.org/officeDocument/2006/relationships/tags" Target="../tags/tag233.xml"/><Relationship Id="rId36" Type="http://schemas.openxmlformats.org/officeDocument/2006/relationships/tags" Target="../tags/tag241.xml"/><Relationship Id="rId49" Type="http://schemas.openxmlformats.org/officeDocument/2006/relationships/tags" Target="../tags/tag254.xml"/><Relationship Id="rId57" Type="http://schemas.openxmlformats.org/officeDocument/2006/relationships/tags" Target="../tags/tag262.xml"/><Relationship Id="rId10" Type="http://schemas.openxmlformats.org/officeDocument/2006/relationships/tags" Target="../tags/tag215.xml"/><Relationship Id="rId31" Type="http://schemas.openxmlformats.org/officeDocument/2006/relationships/tags" Target="../tags/tag236.xml"/><Relationship Id="rId44" Type="http://schemas.openxmlformats.org/officeDocument/2006/relationships/tags" Target="../tags/tag249.xml"/><Relationship Id="rId52" Type="http://schemas.openxmlformats.org/officeDocument/2006/relationships/tags" Target="../tags/tag257.xml"/><Relationship Id="rId60" Type="http://schemas.openxmlformats.org/officeDocument/2006/relationships/tags" Target="../tags/tag265.xml"/><Relationship Id="rId65" Type="http://schemas.openxmlformats.org/officeDocument/2006/relationships/tags" Target="../tags/tag270.xml"/><Relationship Id="rId73" Type="http://schemas.openxmlformats.org/officeDocument/2006/relationships/tags" Target="../tags/tag278.xml"/><Relationship Id="rId78" Type="http://schemas.openxmlformats.org/officeDocument/2006/relationships/tags" Target="../tags/tag283.xml"/><Relationship Id="rId81" Type="http://schemas.openxmlformats.org/officeDocument/2006/relationships/tags" Target="../tags/tag286.xml"/><Relationship Id="rId86" Type="http://schemas.openxmlformats.org/officeDocument/2006/relationships/tags" Target="../tags/tag291.xml"/><Relationship Id="rId94" Type="http://schemas.openxmlformats.org/officeDocument/2006/relationships/tags" Target="../tags/tag299.xml"/><Relationship Id="rId99" Type="http://schemas.openxmlformats.org/officeDocument/2006/relationships/tags" Target="../tags/tag304.xml"/><Relationship Id="rId101" Type="http://schemas.openxmlformats.org/officeDocument/2006/relationships/image" Target="../media/image5.png"/><Relationship Id="rId4" Type="http://schemas.openxmlformats.org/officeDocument/2006/relationships/tags" Target="../tags/tag209.xml"/><Relationship Id="rId9" Type="http://schemas.openxmlformats.org/officeDocument/2006/relationships/tags" Target="../tags/tag214.xml"/><Relationship Id="rId13" Type="http://schemas.openxmlformats.org/officeDocument/2006/relationships/tags" Target="../tags/tag218.xml"/><Relationship Id="rId18" Type="http://schemas.openxmlformats.org/officeDocument/2006/relationships/tags" Target="../tags/tag223.xml"/><Relationship Id="rId39" Type="http://schemas.openxmlformats.org/officeDocument/2006/relationships/tags" Target="../tags/tag244.xml"/><Relationship Id="rId34" Type="http://schemas.openxmlformats.org/officeDocument/2006/relationships/tags" Target="../tags/tag239.xml"/><Relationship Id="rId50" Type="http://schemas.openxmlformats.org/officeDocument/2006/relationships/tags" Target="../tags/tag255.xml"/><Relationship Id="rId55" Type="http://schemas.openxmlformats.org/officeDocument/2006/relationships/tags" Target="../tags/tag260.xml"/><Relationship Id="rId76" Type="http://schemas.openxmlformats.org/officeDocument/2006/relationships/tags" Target="../tags/tag281.xml"/><Relationship Id="rId97" Type="http://schemas.openxmlformats.org/officeDocument/2006/relationships/tags" Target="../tags/tag302.xml"/><Relationship Id="rId7" Type="http://schemas.openxmlformats.org/officeDocument/2006/relationships/tags" Target="../tags/tag212.xml"/><Relationship Id="rId71" Type="http://schemas.openxmlformats.org/officeDocument/2006/relationships/tags" Target="../tags/tag276.xml"/><Relationship Id="rId92" Type="http://schemas.openxmlformats.org/officeDocument/2006/relationships/tags" Target="../tags/tag297.xml"/><Relationship Id="rId2" Type="http://schemas.openxmlformats.org/officeDocument/2006/relationships/tags" Target="../tags/tag207.xml"/><Relationship Id="rId29" Type="http://schemas.openxmlformats.org/officeDocument/2006/relationships/tags" Target="../tags/tag234.xml"/><Relationship Id="rId24" Type="http://schemas.openxmlformats.org/officeDocument/2006/relationships/tags" Target="../tags/tag229.xml"/><Relationship Id="rId40" Type="http://schemas.openxmlformats.org/officeDocument/2006/relationships/tags" Target="../tags/tag245.xml"/><Relationship Id="rId45" Type="http://schemas.openxmlformats.org/officeDocument/2006/relationships/tags" Target="../tags/tag250.xml"/><Relationship Id="rId66" Type="http://schemas.openxmlformats.org/officeDocument/2006/relationships/tags" Target="../tags/tag271.xml"/><Relationship Id="rId87" Type="http://schemas.openxmlformats.org/officeDocument/2006/relationships/tags" Target="../tags/tag292.xml"/><Relationship Id="rId61" Type="http://schemas.openxmlformats.org/officeDocument/2006/relationships/tags" Target="../tags/tag266.xml"/><Relationship Id="rId82" Type="http://schemas.openxmlformats.org/officeDocument/2006/relationships/tags" Target="../tags/tag287.xml"/><Relationship Id="rId19" Type="http://schemas.openxmlformats.org/officeDocument/2006/relationships/tags" Target="../tags/tag224.xml"/><Relationship Id="rId14" Type="http://schemas.openxmlformats.org/officeDocument/2006/relationships/tags" Target="../tags/tag219.xml"/><Relationship Id="rId30" Type="http://schemas.openxmlformats.org/officeDocument/2006/relationships/tags" Target="../tags/tag235.xml"/><Relationship Id="rId35" Type="http://schemas.openxmlformats.org/officeDocument/2006/relationships/tags" Target="../tags/tag240.xml"/><Relationship Id="rId56" Type="http://schemas.openxmlformats.org/officeDocument/2006/relationships/tags" Target="../tags/tag261.xml"/><Relationship Id="rId77" Type="http://schemas.openxmlformats.org/officeDocument/2006/relationships/tags" Target="../tags/tag282.xml"/><Relationship Id="rId100" Type="http://schemas.openxmlformats.org/officeDocument/2006/relationships/slideLayout" Target="../slideLayouts/slideLayout7.xml"/><Relationship Id="rId8" Type="http://schemas.openxmlformats.org/officeDocument/2006/relationships/tags" Target="../tags/tag213.xml"/><Relationship Id="rId51" Type="http://schemas.openxmlformats.org/officeDocument/2006/relationships/tags" Target="../tags/tag256.xml"/><Relationship Id="rId72" Type="http://schemas.openxmlformats.org/officeDocument/2006/relationships/tags" Target="../tags/tag277.xml"/><Relationship Id="rId93" Type="http://schemas.openxmlformats.org/officeDocument/2006/relationships/tags" Target="../tags/tag298.xml"/><Relationship Id="rId98" Type="http://schemas.openxmlformats.org/officeDocument/2006/relationships/tags" Target="../tags/tag303.xml"/><Relationship Id="rId3" Type="http://schemas.openxmlformats.org/officeDocument/2006/relationships/tags" Target="../tags/tag208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tags" Target="../tags/tag330.xml"/><Relationship Id="rId21" Type="http://schemas.openxmlformats.org/officeDocument/2006/relationships/tags" Target="../tags/tag325.xml"/><Relationship Id="rId42" Type="http://schemas.openxmlformats.org/officeDocument/2006/relationships/image" Target="../media/image29.wmf"/><Relationship Id="rId47" Type="http://schemas.openxmlformats.org/officeDocument/2006/relationships/oleObject" Target="../embeddings/oleObject8.bin"/><Relationship Id="rId63" Type="http://schemas.openxmlformats.org/officeDocument/2006/relationships/oleObject" Target="../embeddings/oleObject16.bin"/><Relationship Id="rId68" Type="http://schemas.openxmlformats.org/officeDocument/2006/relationships/image" Target="../media/image42.wmf"/><Relationship Id="rId84" Type="http://schemas.openxmlformats.org/officeDocument/2006/relationships/image" Target="../media/image52.svg"/><Relationship Id="rId16" Type="http://schemas.openxmlformats.org/officeDocument/2006/relationships/tags" Target="../tags/tag320.xml"/><Relationship Id="rId11" Type="http://schemas.openxmlformats.org/officeDocument/2006/relationships/tags" Target="../tags/tag315.xml"/><Relationship Id="rId32" Type="http://schemas.openxmlformats.org/officeDocument/2006/relationships/image" Target="../media/image5.png"/><Relationship Id="rId37" Type="http://schemas.openxmlformats.org/officeDocument/2006/relationships/image" Target="../media/image26.png"/><Relationship Id="rId53" Type="http://schemas.openxmlformats.org/officeDocument/2006/relationships/oleObject" Target="../embeddings/oleObject11.bin"/><Relationship Id="rId58" Type="http://schemas.openxmlformats.org/officeDocument/2006/relationships/image" Target="../media/image37.wmf"/><Relationship Id="rId74" Type="http://schemas.openxmlformats.org/officeDocument/2006/relationships/image" Target="../media/image45.wmf"/><Relationship Id="rId79" Type="http://schemas.openxmlformats.org/officeDocument/2006/relationships/oleObject" Target="../embeddings/oleObject24.bin"/><Relationship Id="rId5" Type="http://schemas.openxmlformats.org/officeDocument/2006/relationships/tags" Target="../tags/tag309.xml"/><Relationship Id="rId61" Type="http://schemas.openxmlformats.org/officeDocument/2006/relationships/oleObject" Target="../embeddings/oleObject15.bin"/><Relationship Id="rId82" Type="http://schemas.openxmlformats.org/officeDocument/2006/relationships/image" Target="../media/image50.svg"/><Relationship Id="rId19" Type="http://schemas.openxmlformats.org/officeDocument/2006/relationships/tags" Target="../tags/tag323.xml"/><Relationship Id="rId14" Type="http://schemas.openxmlformats.org/officeDocument/2006/relationships/tags" Target="../tags/tag318.xml"/><Relationship Id="rId22" Type="http://schemas.openxmlformats.org/officeDocument/2006/relationships/tags" Target="../tags/tag326.xml"/><Relationship Id="rId27" Type="http://schemas.openxmlformats.org/officeDocument/2006/relationships/tags" Target="../tags/tag331.xml"/><Relationship Id="rId30" Type="http://schemas.openxmlformats.org/officeDocument/2006/relationships/image" Target="../media/image23.png"/><Relationship Id="rId35" Type="http://schemas.openxmlformats.org/officeDocument/2006/relationships/oleObject" Target="../embeddings/oleObject3.bin"/><Relationship Id="rId43" Type="http://schemas.openxmlformats.org/officeDocument/2006/relationships/oleObject" Target="../embeddings/oleObject6.bin"/><Relationship Id="rId48" Type="http://schemas.openxmlformats.org/officeDocument/2006/relationships/image" Target="../media/image32.wmf"/><Relationship Id="rId56" Type="http://schemas.openxmlformats.org/officeDocument/2006/relationships/image" Target="../media/image36.wmf"/><Relationship Id="rId64" Type="http://schemas.openxmlformats.org/officeDocument/2006/relationships/image" Target="../media/image40.wmf"/><Relationship Id="rId69" Type="http://schemas.openxmlformats.org/officeDocument/2006/relationships/oleObject" Target="../embeddings/oleObject19.bin"/><Relationship Id="rId77" Type="http://schemas.openxmlformats.org/officeDocument/2006/relationships/oleObject" Target="../embeddings/oleObject23.bin"/><Relationship Id="rId8" Type="http://schemas.openxmlformats.org/officeDocument/2006/relationships/tags" Target="../tags/tag312.xml"/><Relationship Id="rId51" Type="http://schemas.openxmlformats.org/officeDocument/2006/relationships/oleObject" Target="../embeddings/oleObject10.bin"/><Relationship Id="rId72" Type="http://schemas.openxmlformats.org/officeDocument/2006/relationships/image" Target="../media/image44.wmf"/><Relationship Id="rId80" Type="http://schemas.openxmlformats.org/officeDocument/2006/relationships/image" Target="../media/image48.wmf"/><Relationship Id="rId3" Type="http://schemas.openxmlformats.org/officeDocument/2006/relationships/tags" Target="../tags/tag307.xml"/><Relationship Id="rId12" Type="http://schemas.openxmlformats.org/officeDocument/2006/relationships/tags" Target="../tags/tag316.xml"/><Relationship Id="rId17" Type="http://schemas.openxmlformats.org/officeDocument/2006/relationships/tags" Target="../tags/tag321.xml"/><Relationship Id="rId25" Type="http://schemas.openxmlformats.org/officeDocument/2006/relationships/tags" Target="../tags/tag329.xml"/><Relationship Id="rId33" Type="http://schemas.microsoft.com/office/2007/relationships/hdphoto" Target="../media/hdphoto1.wdp"/><Relationship Id="rId38" Type="http://schemas.openxmlformats.org/officeDocument/2006/relationships/image" Target="../media/image27.svg"/><Relationship Id="rId46" Type="http://schemas.openxmlformats.org/officeDocument/2006/relationships/image" Target="../media/image31.wmf"/><Relationship Id="rId59" Type="http://schemas.openxmlformats.org/officeDocument/2006/relationships/oleObject" Target="../embeddings/oleObject14.bin"/><Relationship Id="rId67" Type="http://schemas.openxmlformats.org/officeDocument/2006/relationships/oleObject" Target="../embeddings/oleObject18.bin"/><Relationship Id="rId20" Type="http://schemas.openxmlformats.org/officeDocument/2006/relationships/tags" Target="../tags/tag324.xml"/><Relationship Id="rId41" Type="http://schemas.openxmlformats.org/officeDocument/2006/relationships/oleObject" Target="../embeddings/oleObject5.bin"/><Relationship Id="rId54" Type="http://schemas.openxmlformats.org/officeDocument/2006/relationships/image" Target="../media/image35.wmf"/><Relationship Id="rId62" Type="http://schemas.openxmlformats.org/officeDocument/2006/relationships/image" Target="../media/image39.wmf"/><Relationship Id="rId70" Type="http://schemas.openxmlformats.org/officeDocument/2006/relationships/image" Target="../media/image43.wmf"/><Relationship Id="rId75" Type="http://schemas.openxmlformats.org/officeDocument/2006/relationships/oleObject" Target="../embeddings/oleObject22.bin"/><Relationship Id="rId83" Type="http://schemas.openxmlformats.org/officeDocument/2006/relationships/image" Target="../media/image51.png"/><Relationship Id="rId1" Type="http://schemas.openxmlformats.org/officeDocument/2006/relationships/tags" Target="../tags/tag305.xml"/><Relationship Id="rId6" Type="http://schemas.openxmlformats.org/officeDocument/2006/relationships/tags" Target="../tags/tag310.xml"/><Relationship Id="rId15" Type="http://schemas.openxmlformats.org/officeDocument/2006/relationships/tags" Target="../tags/tag319.xml"/><Relationship Id="rId23" Type="http://schemas.openxmlformats.org/officeDocument/2006/relationships/tags" Target="../tags/tag327.xml"/><Relationship Id="rId28" Type="http://schemas.openxmlformats.org/officeDocument/2006/relationships/slideLayout" Target="../slideLayouts/slideLayout7.xml"/><Relationship Id="rId36" Type="http://schemas.openxmlformats.org/officeDocument/2006/relationships/image" Target="../media/image25.wmf"/><Relationship Id="rId49" Type="http://schemas.openxmlformats.org/officeDocument/2006/relationships/oleObject" Target="../embeddings/oleObject9.bin"/><Relationship Id="rId57" Type="http://schemas.openxmlformats.org/officeDocument/2006/relationships/oleObject" Target="../embeddings/oleObject13.bin"/><Relationship Id="rId10" Type="http://schemas.openxmlformats.org/officeDocument/2006/relationships/tags" Target="../tags/tag314.xml"/><Relationship Id="rId31" Type="http://schemas.openxmlformats.org/officeDocument/2006/relationships/image" Target="../media/image24.png"/><Relationship Id="rId44" Type="http://schemas.openxmlformats.org/officeDocument/2006/relationships/image" Target="../media/image30.wmf"/><Relationship Id="rId52" Type="http://schemas.openxmlformats.org/officeDocument/2006/relationships/image" Target="../media/image34.wmf"/><Relationship Id="rId60" Type="http://schemas.openxmlformats.org/officeDocument/2006/relationships/image" Target="../media/image38.wmf"/><Relationship Id="rId65" Type="http://schemas.openxmlformats.org/officeDocument/2006/relationships/oleObject" Target="../embeddings/oleObject17.bin"/><Relationship Id="rId73" Type="http://schemas.openxmlformats.org/officeDocument/2006/relationships/oleObject" Target="../embeddings/oleObject21.bin"/><Relationship Id="rId78" Type="http://schemas.openxmlformats.org/officeDocument/2006/relationships/image" Target="../media/image47.wmf"/><Relationship Id="rId81" Type="http://schemas.openxmlformats.org/officeDocument/2006/relationships/image" Target="../media/image49.png"/><Relationship Id="rId4" Type="http://schemas.openxmlformats.org/officeDocument/2006/relationships/tags" Target="../tags/tag308.xml"/><Relationship Id="rId9" Type="http://schemas.openxmlformats.org/officeDocument/2006/relationships/tags" Target="../tags/tag313.xml"/><Relationship Id="rId13" Type="http://schemas.openxmlformats.org/officeDocument/2006/relationships/tags" Target="../tags/tag317.xml"/><Relationship Id="rId18" Type="http://schemas.openxmlformats.org/officeDocument/2006/relationships/tags" Target="../tags/tag322.xml"/><Relationship Id="rId39" Type="http://schemas.openxmlformats.org/officeDocument/2006/relationships/oleObject" Target="../embeddings/oleObject4.bin"/><Relationship Id="rId34" Type="http://schemas.openxmlformats.org/officeDocument/2006/relationships/image" Target="../media/image6.png"/><Relationship Id="rId50" Type="http://schemas.openxmlformats.org/officeDocument/2006/relationships/image" Target="../media/image33.wmf"/><Relationship Id="rId55" Type="http://schemas.openxmlformats.org/officeDocument/2006/relationships/oleObject" Target="../embeddings/oleObject12.bin"/><Relationship Id="rId76" Type="http://schemas.openxmlformats.org/officeDocument/2006/relationships/image" Target="../media/image46.wmf"/><Relationship Id="rId7" Type="http://schemas.openxmlformats.org/officeDocument/2006/relationships/tags" Target="../tags/tag311.xml"/><Relationship Id="rId71" Type="http://schemas.openxmlformats.org/officeDocument/2006/relationships/oleObject" Target="../embeddings/oleObject20.bin"/><Relationship Id="rId2" Type="http://schemas.openxmlformats.org/officeDocument/2006/relationships/tags" Target="../tags/tag306.xml"/><Relationship Id="rId29" Type="http://schemas.openxmlformats.org/officeDocument/2006/relationships/image" Target="../media/image22.png"/><Relationship Id="rId24" Type="http://schemas.openxmlformats.org/officeDocument/2006/relationships/tags" Target="../tags/tag328.xml"/><Relationship Id="rId40" Type="http://schemas.openxmlformats.org/officeDocument/2006/relationships/image" Target="../media/image28.wmf"/><Relationship Id="rId45" Type="http://schemas.openxmlformats.org/officeDocument/2006/relationships/oleObject" Target="../embeddings/oleObject7.bin"/><Relationship Id="rId66" Type="http://schemas.openxmlformats.org/officeDocument/2006/relationships/image" Target="../media/image4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339.xml"/><Relationship Id="rId13" Type="http://schemas.openxmlformats.org/officeDocument/2006/relationships/tags" Target="../tags/tag344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57.png"/><Relationship Id="rId3" Type="http://schemas.openxmlformats.org/officeDocument/2006/relationships/tags" Target="../tags/tag334.xml"/><Relationship Id="rId21" Type="http://schemas.openxmlformats.org/officeDocument/2006/relationships/image" Target="../media/image6.png"/><Relationship Id="rId7" Type="http://schemas.openxmlformats.org/officeDocument/2006/relationships/tags" Target="../tags/tag338.xml"/><Relationship Id="rId12" Type="http://schemas.openxmlformats.org/officeDocument/2006/relationships/tags" Target="../tags/tag343.xml"/><Relationship Id="rId17" Type="http://schemas.openxmlformats.org/officeDocument/2006/relationships/tags" Target="../tags/tag348.xml"/><Relationship Id="rId25" Type="http://schemas.openxmlformats.org/officeDocument/2006/relationships/image" Target="../media/image56.svg"/><Relationship Id="rId2" Type="http://schemas.openxmlformats.org/officeDocument/2006/relationships/tags" Target="../tags/tag333.xml"/><Relationship Id="rId16" Type="http://schemas.openxmlformats.org/officeDocument/2006/relationships/tags" Target="../tags/tag347.xml"/><Relationship Id="rId20" Type="http://schemas.microsoft.com/office/2007/relationships/hdphoto" Target="../media/hdphoto1.wdp"/><Relationship Id="rId29" Type="http://schemas.openxmlformats.org/officeDocument/2006/relationships/image" Target="../media/image60.svg"/><Relationship Id="rId1" Type="http://schemas.openxmlformats.org/officeDocument/2006/relationships/tags" Target="../tags/tag332.xml"/><Relationship Id="rId6" Type="http://schemas.openxmlformats.org/officeDocument/2006/relationships/tags" Target="../tags/tag337.xml"/><Relationship Id="rId11" Type="http://schemas.openxmlformats.org/officeDocument/2006/relationships/tags" Target="../tags/tag342.xml"/><Relationship Id="rId24" Type="http://schemas.openxmlformats.org/officeDocument/2006/relationships/image" Target="../media/image55.png"/><Relationship Id="rId5" Type="http://schemas.openxmlformats.org/officeDocument/2006/relationships/tags" Target="../tags/tag336.xml"/><Relationship Id="rId15" Type="http://schemas.openxmlformats.org/officeDocument/2006/relationships/tags" Target="../tags/tag346.xml"/><Relationship Id="rId23" Type="http://schemas.openxmlformats.org/officeDocument/2006/relationships/image" Target="../media/image54.svg"/><Relationship Id="rId28" Type="http://schemas.openxmlformats.org/officeDocument/2006/relationships/image" Target="../media/image59.svg"/><Relationship Id="rId10" Type="http://schemas.openxmlformats.org/officeDocument/2006/relationships/tags" Target="../tags/tag341.xml"/><Relationship Id="rId19" Type="http://schemas.openxmlformats.org/officeDocument/2006/relationships/image" Target="../media/image5.png"/><Relationship Id="rId31" Type="http://schemas.openxmlformats.org/officeDocument/2006/relationships/image" Target="../media/image62.svg"/><Relationship Id="rId4" Type="http://schemas.openxmlformats.org/officeDocument/2006/relationships/tags" Target="../tags/tag335.xml"/><Relationship Id="rId9" Type="http://schemas.openxmlformats.org/officeDocument/2006/relationships/tags" Target="../tags/tag340.xml"/><Relationship Id="rId14" Type="http://schemas.openxmlformats.org/officeDocument/2006/relationships/tags" Target="../tags/tag345.xml"/><Relationship Id="rId22" Type="http://schemas.openxmlformats.org/officeDocument/2006/relationships/image" Target="../media/image53.png"/><Relationship Id="rId27" Type="http://schemas.openxmlformats.org/officeDocument/2006/relationships/image" Target="../media/image58.svg"/><Relationship Id="rId30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361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60.svg"/><Relationship Id="rId39" Type="http://schemas.openxmlformats.org/officeDocument/2006/relationships/image" Target="../media/image6.png"/><Relationship Id="rId21" Type="http://schemas.openxmlformats.org/officeDocument/2006/relationships/image" Target="../media/image55.png"/><Relationship Id="rId34" Type="http://schemas.openxmlformats.org/officeDocument/2006/relationships/image" Target="../media/image68.png"/><Relationship Id="rId7" Type="http://schemas.openxmlformats.org/officeDocument/2006/relationships/tags" Target="../tags/tag355.xml"/><Relationship Id="rId12" Type="http://schemas.openxmlformats.org/officeDocument/2006/relationships/tags" Target="../tags/tag360.xml"/><Relationship Id="rId17" Type="http://schemas.openxmlformats.org/officeDocument/2006/relationships/tags" Target="../tags/tag365.xml"/><Relationship Id="rId25" Type="http://schemas.openxmlformats.org/officeDocument/2006/relationships/image" Target="../media/image59.svg"/><Relationship Id="rId33" Type="http://schemas.openxmlformats.org/officeDocument/2006/relationships/image" Target="../media/image67.png"/><Relationship Id="rId38" Type="http://schemas.microsoft.com/office/2007/relationships/hdphoto" Target="../media/hdphoto1.wdp"/><Relationship Id="rId2" Type="http://schemas.openxmlformats.org/officeDocument/2006/relationships/tags" Target="../tags/tag350.xml"/><Relationship Id="rId16" Type="http://schemas.openxmlformats.org/officeDocument/2006/relationships/tags" Target="../tags/tag364.xml"/><Relationship Id="rId20" Type="http://schemas.openxmlformats.org/officeDocument/2006/relationships/image" Target="../media/image54.svg"/><Relationship Id="rId29" Type="http://schemas.openxmlformats.org/officeDocument/2006/relationships/image" Target="../media/image63.png"/><Relationship Id="rId1" Type="http://schemas.openxmlformats.org/officeDocument/2006/relationships/tags" Target="../tags/tag349.xml"/><Relationship Id="rId6" Type="http://schemas.openxmlformats.org/officeDocument/2006/relationships/tags" Target="../tags/tag354.xml"/><Relationship Id="rId11" Type="http://schemas.openxmlformats.org/officeDocument/2006/relationships/tags" Target="../tags/tag359.xml"/><Relationship Id="rId24" Type="http://schemas.openxmlformats.org/officeDocument/2006/relationships/image" Target="../media/image58.svg"/><Relationship Id="rId32" Type="http://schemas.openxmlformats.org/officeDocument/2006/relationships/image" Target="../media/image66.png"/><Relationship Id="rId37" Type="http://schemas.openxmlformats.org/officeDocument/2006/relationships/image" Target="../media/image5.png"/><Relationship Id="rId5" Type="http://schemas.openxmlformats.org/officeDocument/2006/relationships/tags" Target="../tags/tag353.xml"/><Relationship Id="rId15" Type="http://schemas.openxmlformats.org/officeDocument/2006/relationships/tags" Target="../tags/tag363.xml"/><Relationship Id="rId23" Type="http://schemas.openxmlformats.org/officeDocument/2006/relationships/image" Target="../media/image57.png"/><Relationship Id="rId28" Type="http://schemas.openxmlformats.org/officeDocument/2006/relationships/image" Target="../media/image62.svg"/><Relationship Id="rId36" Type="http://schemas.openxmlformats.org/officeDocument/2006/relationships/image" Target="../media/image70.png"/><Relationship Id="rId10" Type="http://schemas.openxmlformats.org/officeDocument/2006/relationships/tags" Target="../tags/tag358.xml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" Type="http://schemas.openxmlformats.org/officeDocument/2006/relationships/tags" Target="../tags/tag352.xml"/><Relationship Id="rId9" Type="http://schemas.openxmlformats.org/officeDocument/2006/relationships/tags" Target="../tags/tag357.xml"/><Relationship Id="rId14" Type="http://schemas.openxmlformats.org/officeDocument/2006/relationships/tags" Target="../tags/tag362.xml"/><Relationship Id="rId22" Type="http://schemas.openxmlformats.org/officeDocument/2006/relationships/image" Target="../media/image56.sv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8" Type="http://schemas.openxmlformats.org/officeDocument/2006/relationships/tags" Target="../tags/tag356.xml"/><Relationship Id="rId3" Type="http://schemas.openxmlformats.org/officeDocument/2006/relationships/tags" Target="../tags/tag351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378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55.png"/><Relationship Id="rId3" Type="http://schemas.openxmlformats.org/officeDocument/2006/relationships/tags" Target="../tags/tag368.xml"/><Relationship Id="rId21" Type="http://schemas.openxmlformats.org/officeDocument/2006/relationships/image" Target="../media/image6.png"/><Relationship Id="rId7" Type="http://schemas.openxmlformats.org/officeDocument/2006/relationships/tags" Target="../tags/tag372.xml"/><Relationship Id="rId12" Type="http://schemas.openxmlformats.org/officeDocument/2006/relationships/tags" Target="../tags/tag377.xml"/><Relationship Id="rId17" Type="http://schemas.openxmlformats.org/officeDocument/2006/relationships/tags" Target="../tags/tag382.xml"/><Relationship Id="rId25" Type="http://schemas.openxmlformats.org/officeDocument/2006/relationships/image" Target="../media/image54.svg"/><Relationship Id="rId33" Type="http://schemas.openxmlformats.org/officeDocument/2006/relationships/image" Target="../media/image62.svg"/><Relationship Id="rId2" Type="http://schemas.openxmlformats.org/officeDocument/2006/relationships/tags" Target="../tags/tag367.xml"/><Relationship Id="rId16" Type="http://schemas.openxmlformats.org/officeDocument/2006/relationships/tags" Target="../tags/tag381.xml"/><Relationship Id="rId20" Type="http://schemas.microsoft.com/office/2007/relationships/hdphoto" Target="../media/hdphoto1.wdp"/><Relationship Id="rId29" Type="http://schemas.openxmlformats.org/officeDocument/2006/relationships/image" Target="../media/image58.svg"/><Relationship Id="rId1" Type="http://schemas.openxmlformats.org/officeDocument/2006/relationships/tags" Target="../tags/tag366.xml"/><Relationship Id="rId6" Type="http://schemas.openxmlformats.org/officeDocument/2006/relationships/tags" Target="../tags/tag371.xml"/><Relationship Id="rId11" Type="http://schemas.openxmlformats.org/officeDocument/2006/relationships/tags" Target="../tags/tag376.xml"/><Relationship Id="rId24" Type="http://schemas.openxmlformats.org/officeDocument/2006/relationships/image" Target="../media/image53.png"/><Relationship Id="rId32" Type="http://schemas.openxmlformats.org/officeDocument/2006/relationships/image" Target="../media/image61.png"/><Relationship Id="rId5" Type="http://schemas.openxmlformats.org/officeDocument/2006/relationships/tags" Target="../tags/tag370.xml"/><Relationship Id="rId15" Type="http://schemas.openxmlformats.org/officeDocument/2006/relationships/tags" Target="../tags/tag380.xml"/><Relationship Id="rId23" Type="http://schemas.openxmlformats.org/officeDocument/2006/relationships/image" Target="../media/image72.tiff"/><Relationship Id="rId28" Type="http://schemas.openxmlformats.org/officeDocument/2006/relationships/image" Target="../media/image57.png"/><Relationship Id="rId10" Type="http://schemas.openxmlformats.org/officeDocument/2006/relationships/tags" Target="../tags/tag375.xml"/><Relationship Id="rId19" Type="http://schemas.openxmlformats.org/officeDocument/2006/relationships/image" Target="../media/image5.png"/><Relationship Id="rId31" Type="http://schemas.openxmlformats.org/officeDocument/2006/relationships/image" Target="../media/image60.svg"/><Relationship Id="rId4" Type="http://schemas.openxmlformats.org/officeDocument/2006/relationships/tags" Target="../tags/tag369.xml"/><Relationship Id="rId9" Type="http://schemas.openxmlformats.org/officeDocument/2006/relationships/tags" Target="../tags/tag374.xml"/><Relationship Id="rId14" Type="http://schemas.openxmlformats.org/officeDocument/2006/relationships/tags" Target="../tags/tag379.xml"/><Relationship Id="rId22" Type="http://schemas.openxmlformats.org/officeDocument/2006/relationships/image" Target="../media/image71.tiff"/><Relationship Id="rId27" Type="http://schemas.openxmlformats.org/officeDocument/2006/relationships/image" Target="../media/image56.svg"/><Relationship Id="rId30" Type="http://schemas.openxmlformats.org/officeDocument/2006/relationships/image" Target="../media/image59.svg"/><Relationship Id="rId8" Type="http://schemas.openxmlformats.org/officeDocument/2006/relationships/tags" Target="../tags/tag37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90.xml"/><Relationship Id="rId13" Type="http://schemas.openxmlformats.org/officeDocument/2006/relationships/tags" Target="../tags/tag395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75.png"/><Relationship Id="rId3" Type="http://schemas.openxmlformats.org/officeDocument/2006/relationships/tags" Target="../tags/tag385.xml"/><Relationship Id="rId21" Type="http://schemas.openxmlformats.org/officeDocument/2006/relationships/image" Target="../media/image6.png"/><Relationship Id="rId7" Type="http://schemas.openxmlformats.org/officeDocument/2006/relationships/tags" Target="../tags/tag389.xml"/><Relationship Id="rId12" Type="http://schemas.openxmlformats.org/officeDocument/2006/relationships/tags" Target="../tags/tag394.xml"/><Relationship Id="rId17" Type="http://schemas.openxmlformats.org/officeDocument/2006/relationships/tags" Target="../tags/tag399.xml"/><Relationship Id="rId25" Type="http://schemas.openxmlformats.org/officeDocument/2006/relationships/image" Target="../media/image74.svg"/><Relationship Id="rId2" Type="http://schemas.openxmlformats.org/officeDocument/2006/relationships/tags" Target="../tags/tag384.xml"/><Relationship Id="rId16" Type="http://schemas.openxmlformats.org/officeDocument/2006/relationships/tags" Target="../tags/tag398.xml"/><Relationship Id="rId20" Type="http://schemas.microsoft.com/office/2007/relationships/hdphoto" Target="../media/hdphoto1.wdp"/><Relationship Id="rId29" Type="http://schemas.openxmlformats.org/officeDocument/2006/relationships/image" Target="../media/image78.svg"/><Relationship Id="rId1" Type="http://schemas.openxmlformats.org/officeDocument/2006/relationships/tags" Target="../tags/tag383.xml"/><Relationship Id="rId6" Type="http://schemas.openxmlformats.org/officeDocument/2006/relationships/tags" Target="../tags/tag388.xml"/><Relationship Id="rId11" Type="http://schemas.openxmlformats.org/officeDocument/2006/relationships/tags" Target="../tags/tag393.xml"/><Relationship Id="rId24" Type="http://schemas.openxmlformats.org/officeDocument/2006/relationships/image" Target="../media/image55.png"/><Relationship Id="rId5" Type="http://schemas.openxmlformats.org/officeDocument/2006/relationships/tags" Target="../tags/tag387.xml"/><Relationship Id="rId15" Type="http://schemas.openxmlformats.org/officeDocument/2006/relationships/tags" Target="../tags/tag397.xml"/><Relationship Id="rId23" Type="http://schemas.openxmlformats.org/officeDocument/2006/relationships/image" Target="../media/image73.svg"/><Relationship Id="rId28" Type="http://schemas.openxmlformats.org/officeDocument/2006/relationships/image" Target="../media/image77.svg"/><Relationship Id="rId10" Type="http://schemas.openxmlformats.org/officeDocument/2006/relationships/tags" Target="../tags/tag392.xml"/><Relationship Id="rId19" Type="http://schemas.openxmlformats.org/officeDocument/2006/relationships/image" Target="../media/image5.png"/><Relationship Id="rId31" Type="http://schemas.openxmlformats.org/officeDocument/2006/relationships/image" Target="../media/image80.svg"/><Relationship Id="rId4" Type="http://schemas.openxmlformats.org/officeDocument/2006/relationships/tags" Target="../tags/tag386.xml"/><Relationship Id="rId9" Type="http://schemas.openxmlformats.org/officeDocument/2006/relationships/tags" Target="../tags/tag391.xml"/><Relationship Id="rId14" Type="http://schemas.openxmlformats.org/officeDocument/2006/relationships/tags" Target="../tags/tag396.xml"/><Relationship Id="rId22" Type="http://schemas.openxmlformats.org/officeDocument/2006/relationships/image" Target="../media/image53.png"/><Relationship Id="rId27" Type="http://schemas.openxmlformats.org/officeDocument/2006/relationships/image" Target="../media/image76.svg"/><Relationship Id="rId30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412.xml"/><Relationship Id="rId18" Type="http://schemas.openxmlformats.org/officeDocument/2006/relationships/tags" Target="../tags/tag417.xml"/><Relationship Id="rId26" Type="http://schemas.openxmlformats.org/officeDocument/2006/relationships/tags" Target="../tags/tag425.xml"/><Relationship Id="rId21" Type="http://schemas.openxmlformats.org/officeDocument/2006/relationships/tags" Target="../tags/tag420.xml"/><Relationship Id="rId34" Type="http://schemas.openxmlformats.org/officeDocument/2006/relationships/tags" Target="../tags/tag433.xml"/><Relationship Id="rId7" Type="http://schemas.openxmlformats.org/officeDocument/2006/relationships/tags" Target="../tags/tag406.xml"/><Relationship Id="rId12" Type="http://schemas.openxmlformats.org/officeDocument/2006/relationships/tags" Target="../tags/tag411.xml"/><Relationship Id="rId17" Type="http://schemas.openxmlformats.org/officeDocument/2006/relationships/tags" Target="../tags/tag416.xml"/><Relationship Id="rId25" Type="http://schemas.openxmlformats.org/officeDocument/2006/relationships/tags" Target="../tags/tag424.xml"/><Relationship Id="rId33" Type="http://schemas.openxmlformats.org/officeDocument/2006/relationships/tags" Target="../tags/tag432.xml"/><Relationship Id="rId38" Type="http://schemas.openxmlformats.org/officeDocument/2006/relationships/image" Target="../media/image6.png"/><Relationship Id="rId2" Type="http://schemas.openxmlformats.org/officeDocument/2006/relationships/tags" Target="../tags/tag401.xml"/><Relationship Id="rId16" Type="http://schemas.openxmlformats.org/officeDocument/2006/relationships/tags" Target="../tags/tag415.xml"/><Relationship Id="rId20" Type="http://schemas.openxmlformats.org/officeDocument/2006/relationships/tags" Target="../tags/tag419.xml"/><Relationship Id="rId29" Type="http://schemas.openxmlformats.org/officeDocument/2006/relationships/tags" Target="../tags/tag428.xml"/><Relationship Id="rId1" Type="http://schemas.openxmlformats.org/officeDocument/2006/relationships/tags" Target="../tags/tag400.xml"/><Relationship Id="rId6" Type="http://schemas.openxmlformats.org/officeDocument/2006/relationships/tags" Target="../tags/tag405.xml"/><Relationship Id="rId11" Type="http://schemas.openxmlformats.org/officeDocument/2006/relationships/tags" Target="../tags/tag410.xml"/><Relationship Id="rId24" Type="http://schemas.openxmlformats.org/officeDocument/2006/relationships/tags" Target="../tags/tag423.xml"/><Relationship Id="rId32" Type="http://schemas.openxmlformats.org/officeDocument/2006/relationships/tags" Target="../tags/tag431.xml"/><Relationship Id="rId37" Type="http://schemas.microsoft.com/office/2007/relationships/hdphoto" Target="../media/hdphoto1.wdp"/><Relationship Id="rId5" Type="http://schemas.openxmlformats.org/officeDocument/2006/relationships/tags" Target="../tags/tag404.xml"/><Relationship Id="rId15" Type="http://schemas.openxmlformats.org/officeDocument/2006/relationships/tags" Target="../tags/tag414.xml"/><Relationship Id="rId23" Type="http://schemas.openxmlformats.org/officeDocument/2006/relationships/tags" Target="../tags/tag422.xml"/><Relationship Id="rId28" Type="http://schemas.openxmlformats.org/officeDocument/2006/relationships/tags" Target="../tags/tag427.xml"/><Relationship Id="rId36" Type="http://schemas.openxmlformats.org/officeDocument/2006/relationships/image" Target="../media/image5.png"/><Relationship Id="rId10" Type="http://schemas.openxmlformats.org/officeDocument/2006/relationships/tags" Target="../tags/tag409.xml"/><Relationship Id="rId19" Type="http://schemas.openxmlformats.org/officeDocument/2006/relationships/tags" Target="../tags/tag418.xml"/><Relationship Id="rId31" Type="http://schemas.openxmlformats.org/officeDocument/2006/relationships/tags" Target="../tags/tag430.xml"/><Relationship Id="rId4" Type="http://schemas.openxmlformats.org/officeDocument/2006/relationships/tags" Target="../tags/tag403.xml"/><Relationship Id="rId9" Type="http://schemas.openxmlformats.org/officeDocument/2006/relationships/tags" Target="../tags/tag408.xml"/><Relationship Id="rId14" Type="http://schemas.openxmlformats.org/officeDocument/2006/relationships/tags" Target="../tags/tag413.xml"/><Relationship Id="rId22" Type="http://schemas.openxmlformats.org/officeDocument/2006/relationships/tags" Target="../tags/tag421.xml"/><Relationship Id="rId27" Type="http://schemas.openxmlformats.org/officeDocument/2006/relationships/tags" Target="../tags/tag426.xml"/><Relationship Id="rId30" Type="http://schemas.openxmlformats.org/officeDocument/2006/relationships/tags" Target="../tags/tag429.xml"/><Relationship Id="rId35" Type="http://schemas.openxmlformats.org/officeDocument/2006/relationships/slideLayout" Target="../slideLayouts/slideLayout7.xml"/><Relationship Id="rId8" Type="http://schemas.openxmlformats.org/officeDocument/2006/relationships/tags" Target="../tags/tag407.xml"/><Relationship Id="rId3" Type="http://schemas.openxmlformats.org/officeDocument/2006/relationships/tags" Target="../tags/tag40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4.xml"/><Relationship Id="rId5" Type="http://schemas.openxmlformats.org/officeDocument/2006/relationships/image" Target="../media/image6.pn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76300" y="2516269"/>
            <a:ext cx="112242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rgbClr val="142DA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第九届全国大学生集成电路创新创业大赛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3152274" y="3633360"/>
            <a:ext cx="6321223" cy="540000"/>
          </a:xfrm>
          <a:prstGeom prst="roundRect">
            <a:avLst>
              <a:gd name="adj" fmla="val 15518"/>
            </a:avLst>
          </a:prstGeom>
          <a:solidFill>
            <a:schemeClr val="bg1"/>
          </a:solidFill>
          <a:ln w="25400">
            <a:solidFill>
              <a:srgbClr val="142DA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tIns="144145"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98183" y="3646371"/>
            <a:ext cx="7219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dirty="0">
                <a:solidFill>
                  <a:srgbClr val="142D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3200" b="1" dirty="0">
                <a:solidFill>
                  <a:srgbClr val="142D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任务驱动</a:t>
            </a:r>
            <a:r>
              <a:rPr lang="zh-CN" altLang="en-US" sz="3000" dirty="0">
                <a:solidFill>
                  <a:srgbClr val="142D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的半导体生产调度系统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3842151" y="4719325"/>
            <a:ext cx="1711179" cy="360000"/>
          </a:xfrm>
          <a:prstGeom prst="roundRect">
            <a:avLst>
              <a:gd name="adj" fmla="val 50000"/>
            </a:avLst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CICC0900702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6602095" y="4719320"/>
            <a:ext cx="1587500" cy="360045"/>
          </a:xfrm>
          <a:prstGeom prst="roundRect">
            <a:avLst>
              <a:gd name="adj" fmla="val 50000"/>
            </a:avLst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ym typeface="+mn-ea"/>
              </a:rPr>
              <a:t>德州仪器烧烤摊</a:t>
            </a:r>
            <a:endParaRPr lang="zh-CN" altLang="en-US" sz="1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854" y="975729"/>
            <a:ext cx="3708293" cy="16850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046" y="0"/>
            <a:ext cx="4742698" cy="116738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目录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20000" y="432000"/>
            <a:ext cx="1260000" cy="57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zh-CN" altLang="en-US" sz="4200" dirty="0">
                <a:solidFill>
                  <a:srgbClr val="142DA8"/>
                </a:solidFill>
                <a:latin typeface="AR Verdure Sans Demibold" panose="020B0700000000000000" charset="0"/>
                <a:ea typeface="AR Verdure Sans Demibold" panose="020B0700000000000000" charset="0"/>
              </a:rPr>
              <a:t>目录</a:t>
            </a: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79930" y="1800000"/>
            <a:ext cx="540000" cy="540000"/>
          </a:xfrm>
          <a:prstGeom prst="rect">
            <a:avLst/>
          </a:prstGeom>
          <a:solidFill>
            <a:srgbClr val="55CBF8"/>
          </a:solidFill>
          <a:ln>
            <a:noFill/>
          </a:ln>
          <a:effectLst>
            <a:outerShdw blurRad="50800" dist="38100" dir="2700000" algn="tl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979930" y="2661560"/>
            <a:ext cx="540000" cy="540000"/>
          </a:xfrm>
          <a:prstGeom prst="rect">
            <a:avLst/>
          </a:prstGeom>
          <a:solidFill>
            <a:srgbClr val="004C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>
              <a:latin typeface="AR Verdure Sans Demibold" panose="020B0700000000000000" charset="0"/>
              <a:ea typeface="AR Verdure Sans Demibold" panose="020B0700000000000000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979930" y="3523120"/>
            <a:ext cx="540000" cy="540000"/>
          </a:xfrm>
          <a:prstGeom prst="rect">
            <a:avLst/>
          </a:prstGeom>
          <a:solidFill>
            <a:srgbClr val="1718B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400">
              <a:latin typeface="AR Verdure Sans Demibold" panose="020B0700000000000000" charset="0"/>
              <a:ea typeface="AR Verdure Sans Demibold" panose="020B0700000000000000" charset="0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1979930" y="5246375"/>
            <a:ext cx="540000" cy="540000"/>
          </a:xfrm>
          <a:prstGeom prst="rect">
            <a:avLst/>
          </a:prstGeom>
          <a:solidFill>
            <a:srgbClr val="9545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2400">
              <a:latin typeface="AR Verdure Sans Demibold" panose="020B0700000000000000" charset="0"/>
              <a:ea typeface="AR Verdure Sans Demibold" panose="020B0700000000000000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881587" y="2725420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项目介绍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09625" y="1104265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zh-CN" sz="1400" dirty="0">
                <a:solidFill>
                  <a:srgbClr val="142DA8"/>
                </a:solidFill>
                <a:latin typeface="AR Verdure Sans Demibold" panose="020B0700000000000000" charset="0"/>
                <a:ea typeface="AR Verdure Sans Demibold" panose="020B0700000000000000" charset="0"/>
              </a:rPr>
              <a:t>CONTENTS</a:t>
            </a: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2881587" y="3583305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2881587" y="4441190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技术指标</a:t>
            </a:r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2881587" y="5299075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创新点</a:t>
            </a:r>
          </a:p>
        </p:txBody>
      </p: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1979930" y="4384815"/>
            <a:ext cx="540000" cy="54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400">
              <a:latin typeface="AR Verdure Sans Demibold" panose="020B0700000000000000" charset="0"/>
              <a:ea typeface="AR Verdure Sans Demibold" panose="020B0700000000000000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2881587" y="1867535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团队介绍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30"/>
          <p:cNvSpPr/>
          <p:nvPr>
            <p:custDataLst>
              <p:tags r:id="rId1"/>
            </p:custDataLst>
          </p:nvPr>
        </p:nvSpPr>
        <p:spPr>
          <a:xfrm>
            <a:off x="-3810" y="-1"/>
            <a:ext cx="12192000" cy="767944"/>
          </a:xfrm>
          <a:custGeom>
            <a:avLst/>
            <a:gdLst>
              <a:gd name="connsiteX0" fmla="*/ 0 w 12192000"/>
              <a:gd name="connsiteY0" fmla="*/ 0 h 767944"/>
              <a:gd name="connsiteX1" fmla="*/ 12192000 w 12192000"/>
              <a:gd name="connsiteY1" fmla="*/ 0 h 767944"/>
              <a:gd name="connsiteX2" fmla="*/ 12192000 w 12192000"/>
              <a:gd name="connsiteY2" fmla="*/ 767944 h 767944"/>
              <a:gd name="connsiteX3" fmla="*/ 0 w 12192000"/>
              <a:gd name="connsiteY3" fmla="*/ 767944 h 767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767944">
                <a:moveTo>
                  <a:pt x="0" y="0"/>
                </a:moveTo>
                <a:lnTo>
                  <a:pt x="12192000" y="0"/>
                </a:lnTo>
                <a:lnTo>
                  <a:pt x="12192000" y="767944"/>
                </a:lnTo>
                <a:lnTo>
                  <a:pt x="0" y="767944"/>
                </a:lnTo>
                <a:close/>
              </a:path>
            </a:pathLst>
          </a:custGeom>
          <a:gradFill flip="none" rotWithShape="1">
            <a:gsLst>
              <a:gs pos="100000">
                <a:srgbClr val="FFFFFF">
                  <a:alpha val="80000"/>
                </a:srgbClr>
              </a:gs>
              <a:gs pos="52000">
                <a:srgbClr val="FFFFFF">
                  <a:alpha val="80000"/>
                </a:srgbClr>
              </a:gs>
              <a:gs pos="0">
                <a:srgbClr val="FFFFFF">
                  <a:alpha val="80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25" name="PA-文本框 6"/>
          <p:cNvSpPr txBox="1"/>
          <p:nvPr>
            <p:custDataLst>
              <p:tags r:id="rId2"/>
            </p:custDataLst>
          </p:nvPr>
        </p:nvSpPr>
        <p:spPr>
          <a:xfrm>
            <a:off x="4521835" y="215265"/>
            <a:ext cx="169100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项目介绍</a:t>
            </a:r>
          </a:p>
        </p:txBody>
      </p:sp>
      <p:sp>
        <p:nvSpPr>
          <p:cNvPr id="34" name="PA-任意多边形 7"/>
          <p:cNvSpPr/>
          <p:nvPr>
            <p:custDataLst>
              <p:tags r:id="rId3"/>
            </p:custDataLst>
          </p:nvPr>
        </p:nvSpPr>
        <p:spPr>
          <a:xfrm>
            <a:off x="2772662" y="149953"/>
            <a:ext cx="1586586" cy="468036"/>
          </a:xfrm>
          <a:prstGeom prst="roundRect">
            <a:avLst/>
          </a:prstGeom>
          <a:gradFill flip="none" rotWithShape="1">
            <a:gsLst>
              <a:gs pos="10000">
                <a:srgbClr val="008BFF"/>
              </a:gs>
              <a:gs pos="50000">
                <a:srgbClr val="008BFF">
                  <a:lumMod val="75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" dist="38100" dir="5400000" sx="99000" sy="99000" algn="t" rotWithShape="0">
              <a:srgbClr val="008BFF">
                <a:lumMod val="50000"/>
                <a:alpha val="53000"/>
              </a:srgbClr>
            </a:outerShdw>
          </a:effectLst>
        </p:spPr>
        <p:txBody>
          <a:bodyPr rtlCol="0" anchor="ctr"/>
          <a:lstStyle/>
          <a:p>
            <a:pPr algn="ctr" defTabSz="1219200"/>
            <a:endParaRPr lang="zh-CN" altLang="en-US" sz="2400" kern="0" dirty="0">
              <a:solidFill>
                <a:prstClr val="white"/>
              </a:solidFill>
              <a:latin typeface="仓耳玄三M W05" panose="02020400000000000000" charset="-128"/>
            </a:endParaRPr>
          </a:p>
        </p:txBody>
      </p:sp>
      <p:sp>
        <p:nvSpPr>
          <p:cNvPr id="35" name="PA-文本框 8"/>
          <p:cNvSpPr txBox="1"/>
          <p:nvPr>
            <p:custDataLst>
              <p:tags r:id="rId4"/>
            </p:custDataLst>
          </p:nvPr>
        </p:nvSpPr>
        <p:spPr>
          <a:xfrm>
            <a:off x="2772662" y="215061"/>
            <a:ext cx="1586585" cy="3683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+mn-ea"/>
                <a:cs typeface="Saturday Sans Regular" panose="02010600010101010101" charset="-122"/>
                <a:sym typeface="汉仪雅酷黑简" panose="00020600040101010101" charset="-122"/>
                <a:rtl val="0"/>
              </a:rPr>
              <a:t>团队介绍</a:t>
            </a:r>
          </a:p>
        </p:txBody>
      </p:sp>
      <p:sp>
        <p:nvSpPr>
          <p:cNvPr id="36" name="PA-文本框 10"/>
          <p:cNvSpPr txBox="1"/>
          <p:nvPr>
            <p:custDataLst>
              <p:tags r:id="rId5"/>
            </p:custDataLst>
          </p:nvPr>
        </p:nvSpPr>
        <p:spPr>
          <a:xfrm>
            <a:off x="7923990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技术指标</a:t>
            </a:r>
          </a:p>
        </p:txBody>
      </p:sp>
      <p:sp>
        <p:nvSpPr>
          <p:cNvPr id="37" name="PA-文本框 15"/>
          <p:cNvSpPr txBox="1"/>
          <p:nvPr>
            <p:custDataLst>
              <p:tags r:id="rId6"/>
            </p:custDataLst>
          </p:nvPr>
        </p:nvSpPr>
        <p:spPr>
          <a:xfrm>
            <a:off x="9593686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创新点</a:t>
            </a:r>
          </a:p>
        </p:txBody>
      </p:sp>
      <p:cxnSp>
        <p:nvCxnSpPr>
          <p:cNvPr id="38" name="PA-直接连接符 26"/>
          <p:cNvCxnSpPr/>
          <p:nvPr>
            <p:custDataLst>
              <p:tags r:id="rId7"/>
            </p:custDataLst>
          </p:nvPr>
        </p:nvCxnSpPr>
        <p:spPr>
          <a:xfrm>
            <a:off x="9552131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39" name="任意多边形: 形状 32"/>
          <p:cNvSpPr/>
          <p:nvPr>
            <p:custDataLst>
              <p:tags r:id="rId8"/>
            </p:custDataLst>
          </p:nvPr>
        </p:nvSpPr>
        <p:spPr>
          <a:xfrm flipV="1">
            <a:off x="-3810" y="726128"/>
            <a:ext cx="12192000" cy="55383"/>
          </a:xfrm>
          <a:custGeom>
            <a:avLst/>
            <a:gdLst>
              <a:gd name="connsiteX0" fmla="*/ 0 w 12192000"/>
              <a:gd name="connsiteY0" fmla="*/ 55383 h 55383"/>
              <a:gd name="connsiteX1" fmla="*/ 12192000 w 12192000"/>
              <a:gd name="connsiteY1" fmla="*/ 55383 h 55383"/>
              <a:gd name="connsiteX2" fmla="*/ 12192000 w 12192000"/>
              <a:gd name="connsiteY2" fmla="*/ 0 h 55383"/>
              <a:gd name="connsiteX3" fmla="*/ 0 w 12192000"/>
              <a:gd name="connsiteY3" fmla="*/ 0 h 5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383">
                <a:moveTo>
                  <a:pt x="0" y="55383"/>
                </a:moveTo>
                <a:lnTo>
                  <a:pt x="12192000" y="55383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008BFF">
                  <a:lumMod val="75000"/>
                </a:srgbClr>
              </a:gs>
              <a:gs pos="100000">
                <a:srgbClr val="008BFF">
                  <a:lumMod val="20000"/>
                  <a:lumOff val="80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outerShdw blurRad="279400" dist="203200" dir="3600000" sx="88000" sy="88000" algn="t" rotWithShape="0">
              <a:srgbClr val="00C2FF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8" cstate="print">
            <a:duotone>
              <a:prstClr val="black"/>
              <a:srgbClr val="008B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detail="2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23" y="110068"/>
            <a:ext cx="441726" cy="547807"/>
          </a:xfrm>
          <a:prstGeom prst="rect">
            <a:avLst/>
          </a:prstGeom>
        </p:spPr>
      </p:pic>
      <p:sp>
        <p:nvSpPr>
          <p:cNvPr id="41" name="PA-文本框 10"/>
          <p:cNvSpPr txBox="1"/>
          <p:nvPr>
            <p:custDataLst>
              <p:tags r:id="rId9"/>
            </p:custDataLst>
          </p:nvPr>
        </p:nvSpPr>
        <p:spPr>
          <a:xfrm>
            <a:off x="6254294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技术路线</a:t>
            </a:r>
          </a:p>
        </p:txBody>
      </p:sp>
      <p:cxnSp>
        <p:nvCxnSpPr>
          <p:cNvPr id="42" name="PA-直接连接符 26"/>
          <p:cNvCxnSpPr/>
          <p:nvPr>
            <p:custDataLst>
              <p:tags r:id="rId10"/>
            </p:custDataLst>
          </p:nvPr>
        </p:nvCxnSpPr>
        <p:spPr>
          <a:xfrm>
            <a:off x="7882434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43" name="PA-直接连接符 26"/>
          <p:cNvCxnSpPr/>
          <p:nvPr>
            <p:custDataLst>
              <p:tags r:id="rId11"/>
            </p:custDataLst>
          </p:nvPr>
        </p:nvCxnSpPr>
        <p:spPr>
          <a:xfrm>
            <a:off x="6212738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44" name="PA-任意多边形 121"/>
          <p:cNvSpPr/>
          <p:nvPr>
            <p:custDataLst>
              <p:tags r:id="rId12"/>
            </p:custDataLst>
          </p:nvPr>
        </p:nvSpPr>
        <p:spPr>
          <a:xfrm>
            <a:off x="2502423" y="220980"/>
            <a:ext cx="163942" cy="327660"/>
          </a:xfrm>
          <a:custGeom>
            <a:avLst/>
            <a:gdLst/>
            <a:ahLst/>
            <a:cxnLst/>
            <a:rect l="0" t="0" r="0" b="0"/>
            <a:pathLst>
              <a:path w="275824" h="551647">
                <a:moveTo>
                  <a:pt x="0" y="551646"/>
                </a:moveTo>
                <a:lnTo>
                  <a:pt x="275823" y="275823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gradFill>
              <a:gsLst>
                <a:gs pos="8000">
                  <a:srgbClr val="00C2FF"/>
                </a:gs>
                <a:gs pos="100000">
                  <a:srgbClr val="008BFF">
                    <a:lumMod val="75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45" name="PA-矩形 114"/>
          <p:cNvSpPr/>
          <p:nvPr>
            <p:custDataLst>
              <p:tags r:id="rId13"/>
            </p:custDataLst>
          </p:nvPr>
        </p:nvSpPr>
        <p:spPr>
          <a:xfrm rot="18900000">
            <a:off x="2408555" y="322334"/>
            <a:ext cx="125039" cy="124954"/>
          </a:xfrm>
          <a:prstGeom prst="rect">
            <a:avLst/>
          </a:prstGeom>
          <a:gradFill flip="none" rotWithShape="1">
            <a:gsLst>
              <a:gs pos="0">
                <a:srgbClr val="00C2FF"/>
              </a:gs>
              <a:gs pos="99000">
                <a:srgbClr val="008B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544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cxnSp>
        <p:nvCxnSpPr>
          <p:cNvPr id="46" name="PA-直接连接符 26"/>
          <p:cNvCxnSpPr/>
          <p:nvPr>
            <p:custDataLst>
              <p:tags r:id="rId14"/>
            </p:custDataLst>
          </p:nvPr>
        </p:nvCxnSpPr>
        <p:spPr>
          <a:xfrm>
            <a:off x="4499610" y="229870"/>
            <a:ext cx="0" cy="315595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47" name="图片 46" descr="集创赛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2" name="任意多边形: 形状 353"/>
          <p:cNvSpPr/>
          <p:nvPr>
            <p:custDataLst>
              <p:tags r:id="rId15"/>
            </p:custDataLst>
          </p:nvPr>
        </p:nvSpPr>
        <p:spPr>
          <a:xfrm>
            <a:off x="6364288" y="2541270"/>
            <a:ext cx="1766570" cy="1717675"/>
          </a:xfrm>
          <a:custGeom>
            <a:avLst/>
            <a:gdLst>
              <a:gd name="connsiteX0" fmla="*/ 810429 w 1766291"/>
              <a:gd name="connsiteY0" fmla="*/ 95 h 1717769"/>
              <a:gd name="connsiteX1" fmla="*/ 1607004 w 1766291"/>
              <a:gd name="connsiteY1" fmla="*/ 393960 h 1717769"/>
              <a:gd name="connsiteX2" fmla="*/ 1690188 w 1766291"/>
              <a:gd name="connsiteY2" fmla="*/ 1158193 h 1717769"/>
              <a:gd name="connsiteX3" fmla="*/ 1690552 w 1766291"/>
              <a:gd name="connsiteY3" fmla="*/ 1158713 h 1717769"/>
              <a:gd name="connsiteX4" fmla="*/ 784576 w 1766291"/>
              <a:gd name="connsiteY4" fmla="*/ 1714790 h 1717769"/>
              <a:gd name="connsiteX5" fmla="*/ 9006 w 1766291"/>
              <a:gd name="connsiteY5" fmla="*/ 701264 h 1717769"/>
              <a:gd name="connsiteX6" fmla="*/ 583905 w 1766291"/>
              <a:gd name="connsiteY6" fmla="*/ 42127 h 1717769"/>
              <a:gd name="connsiteX7" fmla="*/ 810429 w 1766291"/>
              <a:gd name="connsiteY7" fmla="*/ 95 h 1717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66291" h="1717769">
                <a:moveTo>
                  <a:pt x="810429" y="95"/>
                </a:moveTo>
                <a:cubicBezTo>
                  <a:pt x="1142938" y="-5181"/>
                  <a:pt x="1481571" y="210327"/>
                  <a:pt x="1607004" y="393960"/>
                </a:cubicBezTo>
                <a:cubicBezTo>
                  <a:pt x="1872782" y="784603"/>
                  <a:pt x="1736056" y="1053207"/>
                  <a:pt x="1690188" y="1158193"/>
                </a:cubicBezTo>
                <a:lnTo>
                  <a:pt x="1690552" y="1158713"/>
                </a:lnTo>
                <a:cubicBezTo>
                  <a:pt x="1582070" y="1406765"/>
                  <a:pt x="1156637" y="1753494"/>
                  <a:pt x="784576" y="1714790"/>
                </a:cubicBezTo>
                <a:cubicBezTo>
                  <a:pt x="219669" y="1655304"/>
                  <a:pt x="-54542" y="1234907"/>
                  <a:pt x="9006" y="701264"/>
                </a:cubicBezTo>
                <a:cubicBezTo>
                  <a:pt x="45275" y="399900"/>
                  <a:pt x="296814" y="144701"/>
                  <a:pt x="583905" y="42127"/>
                </a:cubicBezTo>
                <a:cubicBezTo>
                  <a:pt x="657290" y="14289"/>
                  <a:pt x="733697" y="1313"/>
                  <a:pt x="810429" y="95"/>
                </a:cubicBezTo>
                <a:close/>
              </a:path>
            </a:pathLst>
          </a:custGeom>
          <a:gradFill>
            <a:gsLst>
              <a:gs pos="5000">
                <a:srgbClr val="17D594"/>
              </a:gs>
              <a:gs pos="100000">
                <a:srgbClr val="17D594">
                  <a:lumMod val="60000"/>
                  <a:lumOff val="40000"/>
                </a:srgbClr>
              </a:gs>
            </a:gsLst>
            <a:lin ang="135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3" name="任意多边形: 形状 356"/>
          <p:cNvSpPr/>
          <p:nvPr>
            <p:custDataLst>
              <p:tags r:id="rId16"/>
            </p:custDataLst>
          </p:nvPr>
        </p:nvSpPr>
        <p:spPr>
          <a:xfrm>
            <a:off x="6371273" y="2465705"/>
            <a:ext cx="1709420" cy="1765935"/>
          </a:xfrm>
          <a:custGeom>
            <a:avLst/>
            <a:gdLst>
              <a:gd name="connsiteX0" fmla="*/ 949661 w 1709538"/>
              <a:gd name="connsiteY0" fmla="*/ 2381 h 1766102"/>
              <a:gd name="connsiteX1" fmla="*/ 1600848 w 1709538"/>
              <a:gd name="connsiteY1" fmla="*/ 427847 h 1766102"/>
              <a:gd name="connsiteX2" fmla="*/ 1469417 w 1709538"/>
              <a:gd name="connsiteY2" fmla="*/ 1501739 h 1766102"/>
              <a:gd name="connsiteX3" fmla="*/ 739180 w 1709538"/>
              <a:gd name="connsiteY3" fmla="*/ 1741998 h 1766102"/>
              <a:gd name="connsiteX4" fmla="*/ 738747 w 1709538"/>
              <a:gd name="connsiteY4" fmla="*/ 1742463 h 1766102"/>
              <a:gd name="connsiteX5" fmla="*/ 6459 w 1709538"/>
              <a:gd name="connsiteY5" fmla="*/ 971899 h 1766102"/>
              <a:gd name="connsiteX6" fmla="*/ 836586 w 1709538"/>
              <a:gd name="connsiteY6" fmla="*/ 2554 h 1766102"/>
              <a:gd name="connsiteX7" fmla="*/ 949661 w 1709538"/>
              <a:gd name="connsiteY7" fmla="*/ 2381 h 1766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9538" h="1766102">
                <a:moveTo>
                  <a:pt x="949661" y="2381"/>
                </a:moveTo>
                <a:cubicBezTo>
                  <a:pt x="1212169" y="24658"/>
                  <a:pt x="1460829" y="200793"/>
                  <a:pt x="1600848" y="427847"/>
                </a:cubicBezTo>
                <a:cubicBezTo>
                  <a:pt x="1827449" y="779813"/>
                  <a:pt x="1658392" y="1303744"/>
                  <a:pt x="1469417" y="1501739"/>
                </a:cubicBezTo>
                <a:cubicBezTo>
                  <a:pt x="1142570" y="1842929"/>
                  <a:pt x="851408" y="1765036"/>
                  <a:pt x="739180" y="1741998"/>
                </a:cubicBezTo>
                <a:lnTo>
                  <a:pt x="738747" y="1742463"/>
                </a:lnTo>
                <a:cubicBezTo>
                  <a:pt x="473561" y="1687924"/>
                  <a:pt x="45956" y="1343877"/>
                  <a:pt x="6459" y="971899"/>
                </a:cubicBezTo>
                <a:cubicBezTo>
                  <a:pt x="-52806" y="406969"/>
                  <a:pt x="301393" y="51345"/>
                  <a:pt x="836586" y="2554"/>
                </a:cubicBezTo>
                <a:cubicBezTo>
                  <a:pt x="874376" y="-843"/>
                  <a:pt x="912160" y="-801"/>
                  <a:pt x="949661" y="2381"/>
                </a:cubicBezTo>
                <a:close/>
              </a:path>
            </a:pathLst>
          </a:custGeom>
          <a:noFill/>
          <a:ln w="22225" cap="flat">
            <a:solidFill>
              <a:srgbClr val="000000">
                <a:lumMod val="75000"/>
                <a:lumOff val="25000"/>
              </a:srgb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64" name="椭圆 63"/>
          <p:cNvSpPr/>
          <p:nvPr>
            <p:custDataLst>
              <p:tags r:id="rId17"/>
            </p:custDataLst>
          </p:nvPr>
        </p:nvSpPr>
        <p:spPr>
          <a:xfrm>
            <a:off x="7763193" y="3818255"/>
            <a:ext cx="174625" cy="175260"/>
          </a:xfrm>
          <a:prstGeom prst="ellipse">
            <a:avLst/>
          </a:prstGeom>
          <a:solidFill>
            <a:srgbClr val="17D594"/>
          </a:soli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65" name="椭圆 349"/>
          <p:cNvSpPr/>
          <p:nvPr>
            <p:custDataLst>
              <p:tags r:id="rId18"/>
            </p:custDataLst>
          </p:nvPr>
        </p:nvSpPr>
        <p:spPr>
          <a:xfrm>
            <a:off x="7777798" y="3834765"/>
            <a:ext cx="174625" cy="174625"/>
          </a:xfrm>
          <a:custGeom>
            <a:avLst/>
            <a:gdLst>
              <a:gd name="connsiteX0" fmla="*/ 0 w 280035"/>
              <a:gd name="connsiteY0" fmla="*/ 140018 h 280035"/>
              <a:gd name="connsiteX1" fmla="*/ 140018 w 280035"/>
              <a:gd name="connsiteY1" fmla="*/ 0 h 280035"/>
              <a:gd name="connsiteX2" fmla="*/ 280036 w 280035"/>
              <a:gd name="connsiteY2" fmla="*/ 140018 h 280035"/>
              <a:gd name="connsiteX3" fmla="*/ 140018 w 280035"/>
              <a:gd name="connsiteY3" fmla="*/ 280036 h 280035"/>
              <a:gd name="connsiteX4" fmla="*/ 0 w 280035"/>
              <a:gd name="connsiteY4" fmla="*/ 140018 h 28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035" h="280035" extrusionOk="0">
                <a:moveTo>
                  <a:pt x="0" y="140018"/>
                </a:moveTo>
                <a:cubicBezTo>
                  <a:pt x="-14284" y="53877"/>
                  <a:pt x="48309" y="5397"/>
                  <a:pt x="140018" y="0"/>
                </a:cubicBezTo>
                <a:cubicBezTo>
                  <a:pt x="219315" y="414"/>
                  <a:pt x="267859" y="63075"/>
                  <a:pt x="280036" y="140018"/>
                </a:cubicBezTo>
                <a:cubicBezTo>
                  <a:pt x="269241" y="227890"/>
                  <a:pt x="214191" y="297487"/>
                  <a:pt x="140018" y="280036"/>
                </a:cubicBezTo>
                <a:cubicBezTo>
                  <a:pt x="59543" y="278315"/>
                  <a:pt x="13443" y="223771"/>
                  <a:pt x="0" y="140018"/>
                </a:cubicBezTo>
                <a:close/>
              </a:path>
            </a:pathLst>
          </a:custGeom>
          <a:noFill/>
          <a:ln w="19050">
            <a:solidFill>
              <a:srgbClr val="000000">
                <a:lumMod val="75000"/>
                <a:lumOff val="25000"/>
              </a:srgbClr>
            </a:solidFill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79" name="任意多边形: 形状 56"/>
          <p:cNvSpPr/>
          <p:nvPr>
            <p:custDataLst>
              <p:tags r:id="rId19"/>
            </p:custDataLst>
          </p:nvPr>
        </p:nvSpPr>
        <p:spPr>
          <a:xfrm>
            <a:off x="4074478" y="2545715"/>
            <a:ext cx="1753235" cy="1695450"/>
          </a:xfrm>
          <a:custGeom>
            <a:avLst/>
            <a:gdLst>
              <a:gd name="connsiteX0" fmla="*/ 2178 w 2761"/>
              <a:gd name="connsiteY0" fmla="*/ 2491 h 2670"/>
              <a:gd name="connsiteX1" fmla="*/ 2761 w 2761"/>
              <a:gd name="connsiteY1" fmla="*/ 1430 h 2670"/>
              <a:gd name="connsiteX2" fmla="*/ 1759 w 2761"/>
              <a:gd name="connsiteY2" fmla="*/ 52 h 2670"/>
              <a:gd name="connsiteX3" fmla="*/ 422 w 2761"/>
              <a:gd name="connsiteY3" fmla="*/ 383 h 2670"/>
              <a:gd name="connsiteX4" fmla="*/ 507 w 2761"/>
              <a:gd name="connsiteY4" fmla="*/ 2391 h 2670"/>
              <a:gd name="connsiteX5" fmla="*/ 2178 w 2761"/>
              <a:gd name="connsiteY5" fmla="*/ 2492 h 2670"/>
              <a:gd name="connsiteX6" fmla="*/ 2178 w 2761"/>
              <a:gd name="connsiteY6" fmla="*/ 2491 h 2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61" h="2670">
                <a:moveTo>
                  <a:pt x="2178" y="2491"/>
                </a:moveTo>
                <a:cubicBezTo>
                  <a:pt x="2332" y="2397"/>
                  <a:pt x="2751" y="2174"/>
                  <a:pt x="2761" y="1430"/>
                </a:cubicBezTo>
                <a:cubicBezTo>
                  <a:pt x="2766" y="999"/>
                  <a:pt x="2398" y="214"/>
                  <a:pt x="1759" y="52"/>
                </a:cubicBezTo>
                <a:cubicBezTo>
                  <a:pt x="1296" y="-75"/>
                  <a:pt x="741" y="27"/>
                  <a:pt x="422" y="383"/>
                </a:cubicBezTo>
                <a:cubicBezTo>
                  <a:pt x="-142" y="1014"/>
                  <a:pt x="-168" y="1804"/>
                  <a:pt x="507" y="2391"/>
                </a:cubicBezTo>
                <a:cubicBezTo>
                  <a:pt x="952" y="2777"/>
                  <a:pt x="1814" y="2714"/>
                  <a:pt x="2178" y="2492"/>
                </a:cubicBezTo>
                <a:lnTo>
                  <a:pt x="2178" y="2491"/>
                </a:lnTo>
                <a:close/>
              </a:path>
            </a:pathLst>
          </a:custGeom>
          <a:gradFill>
            <a:gsLst>
              <a:gs pos="5000">
                <a:srgbClr val="376FFF"/>
              </a:gs>
              <a:gs pos="100000">
                <a:srgbClr val="376FFF">
                  <a:lumMod val="60000"/>
                  <a:lumOff val="40000"/>
                </a:srgbClr>
              </a:gs>
            </a:gsLst>
            <a:lin ang="13500000" scaled="0"/>
          </a:gradFill>
          <a:ln w="952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rgbClr val="376FFF">
                  <a:lumMod val="60000"/>
                  <a:lumOff val="40000"/>
                </a:srgbClr>
              </a:solidFill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80" name="任意多边形: 形状 56"/>
          <p:cNvSpPr/>
          <p:nvPr>
            <p:custDataLst>
              <p:tags r:id="rId20"/>
            </p:custDataLst>
          </p:nvPr>
        </p:nvSpPr>
        <p:spPr>
          <a:xfrm>
            <a:off x="4064318" y="2482850"/>
            <a:ext cx="1753235" cy="1695450"/>
          </a:xfrm>
          <a:custGeom>
            <a:avLst/>
            <a:gdLst>
              <a:gd name="connsiteX0" fmla="*/ 2178 w 2761"/>
              <a:gd name="connsiteY0" fmla="*/ 2491 h 2670"/>
              <a:gd name="connsiteX1" fmla="*/ 2761 w 2761"/>
              <a:gd name="connsiteY1" fmla="*/ 1430 h 2670"/>
              <a:gd name="connsiteX2" fmla="*/ 1759 w 2761"/>
              <a:gd name="connsiteY2" fmla="*/ 52 h 2670"/>
              <a:gd name="connsiteX3" fmla="*/ 422 w 2761"/>
              <a:gd name="connsiteY3" fmla="*/ 383 h 2670"/>
              <a:gd name="connsiteX4" fmla="*/ 507 w 2761"/>
              <a:gd name="connsiteY4" fmla="*/ 2391 h 2670"/>
              <a:gd name="connsiteX5" fmla="*/ 2178 w 2761"/>
              <a:gd name="connsiteY5" fmla="*/ 2492 h 2670"/>
              <a:gd name="connsiteX6" fmla="*/ 2178 w 2761"/>
              <a:gd name="connsiteY6" fmla="*/ 2491 h 2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61" h="2670">
                <a:moveTo>
                  <a:pt x="2178" y="2491"/>
                </a:moveTo>
                <a:cubicBezTo>
                  <a:pt x="2332" y="2397"/>
                  <a:pt x="2751" y="2174"/>
                  <a:pt x="2761" y="1430"/>
                </a:cubicBezTo>
                <a:cubicBezTo>
                  <a:pt x="2766" y="999"/>
                  <a:pt x="2398" y="214"/>
                  <a:pt x="1759" y="52"/>
                </a:cubicBezTo>
                <a:cubicBezTo>
                  <a:pt x="1296" y="-75"/>
                  <a:pt x="741" y="27"/>
                  <a:pt x="422" y="383"/>
                </a:cubicBezTo>
                <a:cubicBezTo>
                  <a:pt x="-142" y="1014"/>
                  <a:pt x="-168" y="1804"/>
                  <a:pt x="507" y="2391"/>
                </a:cubicBezTo>
                <a:cubicBezTo>
                  <a:pt x="952" y="2777"/>
                  <a:pt x="1814" y="2714"/>
                  <a:pt x="2178" y="2492"/>
                </a:cubicBezTo>
                <a:lnTo>
                  <a:pt x="2178" y="2491"/>
                </a:lnTo>
                <a:close/>
              </a:path>
            </a:pathLst>
          </a:custGeom>
          <a:noFill/>
          <a:ln w="22225" cap="flat">
            <a:solidFill>
              <a:srgbClr val="000000">
                <a:lumMod val="75000"/>
                <a:lumOff val="25000"/>
              </a:srgb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rgbClr val="376FFF">
                  <a:lumMod val="60000"/>
                  <a:lumOff val="40000"/>
                </a:srgbClr>
              </a:solidFill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81" name="椭圆 80"/>
          <p:cNvSpPr/>
          <p:nvPr>
            <p:custDataLst>
              <p:tags r:id="rId21"/>
            </p:custDataLst>
          </p:nvPr>
        </p:nvSpPr>
        <p:spPr>
          <a:xfrm>
            <a:off x="4101148" y="2700020"/>
            <a:ext cx="257810" cy="257810"/>
          </a:xfrm>
          <a:prstGeom prst="ellipse">
            <a:avLst/>
          </a:prstGeom>
          <a:solidFill>
            <a:srgbClr val="376FFF"/>
          </a:soli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82" name="椭圆 349"/>
          <p:cNvSpPr/>
          <p:nvPr>
            <p:custDataLst>
              <p:tags r:id="rId22"/>
            </p:custDataLst>
          </p:nvPr>
        </p:nvSpPr>
        <p:spPr>
          <a:xfrm>
            <a:off x="4122738" y="2724785"/>
            <a:ext cx="257175" cy="257175"/>
          </a:xfrm>
          <a:custGeom>
            <a:avLst/>
            <a:gdLst>
              <a:gd name="connsiteX0" fmla="*/ 0 w 280035"/>
              <a:gd name="connsiteY0" fmla="*/ 140018 h 280035"/>
              <a:gd name="connsiteX1" fmla="*/ 140018 w 280035"/>
              <a:gd name="connsiteY1" fmla="*/ 0 h 280035"/>
              <a:gd name="connsiteX2" fmla="*/ 280036 w 280035"/>
              <a:gd name="connsiteY2" fmla="*/ 140018 h 280035"/>
              <a:gd name="connsiteX3" fmla="*/ 140018 w 280035"/>
              <a:gd name="connsiteY3" fmla="*/ 280036 h 280035"/>
              <a:gd name="connsiteX4" fmla="*/ 0 w 280035"/>
              <a:gd name="connsiteY4" fmla="*/ 140018 h 28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035" h="280035" extrusionOk="0">
                <a:moveTo>
                  <a:pt x="0" y="140018"/>
                </a:moveTo>
                <a:cubicBezTo>
                  <a:pt x="-14284" y="53877"/>
                  <a:pt x="48309" y="5397"/>
                  <a:pt x="140018" y="0"/>
                </a:cubicBezTo>
                <a:cubicBezTo>
                  <a:pt x="219315" y="414"/>
                  <a:pt x="267859" y="63075"/>
                  <a:pt x="280036" y="140018"/>
                </a:cubicBezTo>
                <a:cubicBezTo>
                  <a:pt x="269241" y="227890"/>
                  <a:pt x="214191" y="297487"/>
                  <a:pt x="140018" y="280036"/>
                </a:cubicBezTo>
                <a:cubicBezTo>
                  <a:pt x="59543" y="278315"/>
                  <a:pt x="13443" y="223771"/>
                  <a:pt x="0" y="140018"/>
                </a:cubicBezTo>
                <a:close/>
              </a:path>
            </a:pathLst>
          </a:custGeom>
          <a:noFill/>
          <a:ln w="19050">
            <a:solidFill>
              <a:srgbClr val="000000">
                <a:lumMod val="75000"/>
                <a:lumOff val="25000"/>
              </a:srgbClr>
            </a:solidFill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7" name="矩形 6"/>
          <p:cNvSpPr/>
          <p:nvPr>
            <p:custDataLst>
              <p:tags r:id="rId23"/>
            </p:custDataLst>
          </p:nvPr>
        </p:nvSpPr>
        <p:spPr>
          <a:xfrm>
            <a:off x="4257358" y="3295015"/>
            <a:ext cx="1376680" cy="515620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汉仪铸字美心体简" panose="00020600040101010101" charset="-122"/>
                <a:ea typeface="汉仪铸字美心体简" panose="00020600040101010101" charset="-122"/>
                <a:cs typeface="+mn-ea"/>
              </a:rPr>
              <a:t>张成</a:t>
            </a:r>
          </a:p>
        </p:txBody>
      </p:sp>
      <p:sp>
        <p:nvSpPr>
          <p:cNvPr id="8" name="矩形 7"/>
          <p:cNvSpPr/>
          <p:nvPr>
            <p:custDataLst>
              <p:tags r:id="rId24"/>
            </p:custDataLst>
          </p:nvPr>
        </p:nvSpPr>
        <p:spPr>
          <a:xfrm>
            <a:off x="6559233" y="3295015"/>
            <a:ext cx="1376680" cy="515620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汉仪铸字美心体简" panose="00020600040101010101" charset="-122"/>
                <a:ea typeface="汉仪铸字美心体简" panose="00020600040101010101" charset="-122"/>
                <a:cs typeface="+mn-ea"/>
              </a:rPr>
              <a:t>李子恒</a:t>
            </a:r>
          </a:p>
        </p:txBody>
      </p:sp>
      <p:sp>
        <p:nvSpPr>
          <p:cNvPr id="70" name="弧形 368"/>
          <p:cNvSpPr/>
          <p:nvPr>
            <p:custDataLst>
              <p:tags r:id="rId25"/>
            </p:custDataLst>
          </p:nvPr>
        </p:nvSpPr>
        <p:spPr>
          <a:xfrm flipV="1">
            <a:off x="3808413" y="2226945"/>
            <a:ext cx="2274570" cy="2274570"/>
          </a:xfrm>
          <a:custGeom>
            <a:avLst/>
            <a:gdLst>
              <a:gd name="connsiteX0" fmla="*/ 2136936 w 2221865"/>
              <a:gd name="connsiteY0" fmla="*/ 1536947 h 2221865"/>
              <a:gd name="connsiteX1" fmla="*/ 886055 w 2221865"/>
              <a:gd name="connsiteY1" fmla="*/ 2198867 h 2221865"/>
              <a:gd name="connsiteX2" fmla="*/ 110 w 2221865"/>
              <a:gd name="connsiteY2" fmla="*/ 1095262 h 2221865"/>
              <a:gd name="connsiteX3" fmla="*/ 577738 w 2221865"/>
              <a:gd name="connsiteY3" fmla="*/ 1103411 h 2221865"/>
              <a:gd name="connsiteX4" fmla="*/ 1110933 w 2221865"/>
              <a:gd name="connsiteY4" fmla="*/ 1110933 h 2221865"/>
              <a:gd name="connsiteX5" fmla="*/ 1603414 w 2221865"/>
              <a:gd name="connsiteY5" fmla="*/ 1315420 h 2221865"/>
              <a:gd name="connsiteX6" fmla="*/ 2136936 w 2221865"/>
              <a:gd name="connsiteY6" fmla="*/ 1536947 h 2221865"/>
              <a:gd name="connsiteX0-1" fmla="*/ 2136936 w 2221865"/>
              <a:gd name="connsiteY0-2" fmla="*/ 1536947 h 2221865"/>
              <a:gd name="connsiteX1-3" fmla="*/ 886055 w 2221865"/>
              <a:gd name="connsiteY1-4" fmla="*/ 2198867 h 2221865"/>
              <a:gd name="connsiteX2-5" fmla="*/ 110 w 2221865"/>
              <a:gd name="connsiteY2-6" fmla="*/ 1095262 h 22218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21865" h="2221865" stroke="0" extrusionOk="0">
                <a:moveTo>
                  <a:pt x="2136936" y="1536947"/>
                </a:moveTo>
                <a:cubicBezTo>
                  <a:pt x="1902109" y="2010156"/>
                  <a:pt x="1355106" y="2326485"/>
                  <a:pt x="886055" y="2198867"/>
                </a:cubicBezTo>
                <a:cubicBezTo>
                  <a:pt x="485860" y="2116611"/>
                  <a:pt x="-90597" y="1630621"/>
                  <a:pt x="110" y="1095262"/>
                </a:cubicBezTo>
                <a:cubicBezTo>
                  <a:pt x="186899" y="1087410"/>
                  <a:pt x="408858" y="1091192"/>
                  <a:pt x="577738" y="1103411"/>
                </a:cubicBezTo>
                <a:cubicBezTo>
                  <a:pt x="746618" y="1115630"/>
                  <a:pt x="942022" y="1129409"/>
                  <a:pt x="1110933" y="1110933"/>
                </a:cubicBezTo>
                <a:cubicBezTo>
                  <a:pt x="1353100" y="1199399"/>
                  <a:pt x="1370325" y="1208409"/>
                  <a:pt x="1603414" y="1315420"/>
                </a:cubicBezTo>
                <a:cubicBezTo>
                  <a:pt x="1836503" y="1422431"/>
                  <a:pt x="1990937" y="1449207"/>
                  <a:pt x="2136936" y="1536947"/>
                </a:cubicBezTo>
                <a:close/>
              </a:path>
              <a:path w="2221865" h="2221865" fill="none" extrusionOk="0">
                <a:moveTo>
                  <a:pt x="2136936" y="1536947"/>
                </a:moveTo>
                <a:cubicBezTo>
                  <a:pt x="1919631" y="1904992"/>
                  <a:pt x="1345226" y="2393660"/>
                  <a:pt x="886055" y="2198867"/>
                </a:cubicBezTo>
                <a:cubicBezTo>
                  <a:pt x="454279" y="2141387"/>
                  <a:pt x="23064" y="1635302"/>
                  <a:pt x="110" y="1095262"/>
                </a:cubicBezTo>
              </a:path>
            </a:pathLst>
          </a:custGeom>
          <a:ln w="34925" cap="rnd">
            <a:solidFill>
              <a:srgbClr val="376FFF">
                <a:alpha val="60000"/>
              </a:srgbClr>
            </a:solidFill>
            <a:prstDash val="dash"/>
            <a:headEnd type="triangle"/>
          </a:ln>
          <a:effectLst/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77" name="弧形 368"/>
          <p:cNvSpPr/>
          <p:nvPr>
            <p:custDataLst>
              <p:tags r:id="rId26"/>
            </p:custDataLst>
          </p:nvPr>
        </p:nvSpPr>
        <p:spPr>
          <a:xfrm>
            <a:off x="6110288" y="2226945"/>
            <a:ext cx="2274570" cy="2274570"/>
          </a:xfrm>
          <a:custGeom>
            <a:avLst/>
            <a:gdLst>
              <a:gd name="connsiteX0" fmla="*/ 2136936 w 2221865"/>
              <a:gd name="connsiteY0" fmla="*/ 1536947 h 2221865"/>
              <a:gd name="connsiteX1" fmla="*/ 886055 w 2221865"/>
              <a:gd name="connsiteY1" fmla="*/ 2198867 h 2221865"/>
              <a:gd name="connsiteX2" fmla="*/ 110 w 2221865"/>
              <a:gd name="connsiteY2" fmla="*/ 1095262 h 2221865"/>
              <a:gd name="connsiteX3" fmla="*/ 577738 w 2221865"/>
              <a:gd name="connsiteY3" fmla="*/ 1103411 h 2221865"/>
              <a:gd name="connsiteX4" fmla="*/ 1110933 w 2221865"/>
              <a:gd name="connsiteY4" fmla="*/ 1110933 h 2221865"/>
              <a:gd name="connsiteX5" fmla="*/ 1603414 w 2221865"/>
              <a:gd name="connsiteY5" fmla="*/ 1315420 h 2221865"/>
              <a:gd name="connsiteX6" fmla="*/ 2136936 w 2221865"/>
              <a:gd name="connsiteY6" fmla="*/ 1536947 h 2221865"/>
              <a:gd name="connsiteX0-1" fmla="*/ 2136936 w 2221865"/>
              <a:gd name="connsiteY0-2" fmla="*/ 1536947 h 2221865"/>
              <a:gd name="connsiteX1-3" fmla="*/ 886055 w 2221865"/>
              <a:gd name="connsiteY1-4" fmla="*/ 2198867 h 2221865"/>
              <a:gd name="connsiteX2-5" fmla="*/ 110 w 2221865"/>
              <a:gd name="connsiteY2-6" fmla="*/ 1095262 h 22218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21865" h="2221865" stroke="0" extrusionOk="0">
                <a:moveTo>
                  <a:pt x="2136936" y="1536947"/>
                </a:moveTo>
                <a:cubicBezTo>
                  <a:pt x="1902109" y="2010156"/>
                  <a:pt x="1355106" y="2326485"/>
                  <a:pt x="886055" y="2198867"/>
                </a:cubicBezTo>
                <a:cubicBezTo>
                  <a:pt x="485860" y="2116611"/>
                  <a:pt x="-90597" y="1630621"/>
                  <a:pt x="110" y="1095262"/>
                </a:cubicBezTo>
                <a:cubicBezTo>
                  <a:pt x="186899" y="1087410"/>
                  <a:pt x="408858" y="1091192"/>
                  <a:pt x="577738" y="1103411"/>
                </a:cubicBezTo>
                <a:cubicBezTo>
                  <a:pt x="746618" y="1115630"/>
                  <a:pt x="942022" y="1129409"/>
                  <a:pt x="1110933" y="1110933"/>
                </a:cubicBezTo>
                <a:cubicBezTo>
                  <a:pt x="1353100" y="1199399"/>
                  <a:pt x="1370325" y="1208409"/>
                  <a:pt x="1603414" y="1315420"/>
                </a:cubicBezTo>
                <a:cubicBezTo>
                  <a:pt x="1836503" y="1422431"/>
                  <a:pt x="1990937" y="1449207"/>
                  <a:pt x="2136936" y="1536947"/>
                </a:cubicBezTo>
                <a:close/>
              </a:path>
              <a:path w="2221865" h="2221865" fill="none" extrusionOk="0">
                <a:moveTo>
                  <a:pt x="2136936" y="1536947"/>
                </a:moveTo>
                <a:cubicBezTo>
                  <a:pt x="1919631" y="1904992"/>
                  <a:pt x="1345226" y="2393660"/>
                  <a:pt x="886055" y="2198867"/>
                </a:cubicBezTo>
                <a:cubicBezTo>
                  <a:pt x="454279" y="2141387"/>
                  <a:pt x="23064" y="1635302"/>
                  <a:pt x="110" y="1095262"/>
                </a:cubicBezTo>
              </a:path>
            </a:pathLst>
          </a:custGeom>
          <a:ln w="34925" cap="rnd">
            <a:solidFill>
              <a:srgbClr val="17D594">
                <a:alpha val="60000"/>
              </a:srgbClr>
            </a:solidFill>
            <a:prstDash val="dash"/>
            <a:headEnd type="triangle"/>
          </a:ln>
          <a:effectLst/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粗圆简" charset="0"/>
              <a:ea typeface="汉仪粗圆简" charset="0"/>
              <a:sym typeface="汉仪粗圆简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290320" y="4603115"/>
            <a:ext cx="4617720" cy="3571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chemeClr val="accent5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负责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系统模型的建立，优化问题的数学建模、背景调研和答辩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PPT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的编写。</a:t>
            </a:r>
            <a:endParaRPr lang="en-US" altLang="zh-CN" sz="2000" dirty="0">
              <a:solidFill>
                <a:schemeClr val="accent5">
                  <a:lumMod val="75000"/>
                </a:schemeClr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实现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Bayesian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优化和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Powell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优化，完成对数据结果的整合和分析。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6212840" y="4603115"/>
            <a:ext cx="5385435" cy="292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负责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系统模型的算法设计、实现和优化问题的算法设计、求解。技术文档及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PPT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的编写。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设计轮询评估算法，实现高效的并行加速。</a:t>
            </a:r>
          </a:p>
        </p:txBody>
      </p:sp>
      <p:pic>
        <p:nvPicPr>
          <p:cNvPr id="54" name="图片 53" descr="程序员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632960" y="2619375"/>
            <a:ext cx="612775" cy="612775"/>
          </a:xfrm>
          <a:prstGeom prst="rect">
            <a:avLst/>
          </a:prstGeom>
        </p:spPr>
      </p:pic>
      <p:pic>
        <p:nvPicPr>
          <p:cNvPr id="55" name="图片 54" descr="程序员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921500" y="2620645"/>
            <a:ext cx="629920" cy="629920"/>
          </a:xfrm>
          <a:prstGeom prst="rect">
            <a:avLst/>
          </a:prstGeom>
        </p:spPr>
      </p:pic>
      <p:sp>
        <p:nvSpPr>
          <p:cNvPr id="56" name="文本框 55"/>
          <p:cNvSpPr txBox="1"/>
          <p:nvPr/>
        </p:nvSpPr>
        <p:spPr>
          <a:xfrm>
            <a:off x="4945698" y="1243330"/>
            <a:ext cx="23006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latin typeface="汉仪铸字美心体简" panose="00020600040101010101" charset="-122"/>
                <a:ea typeface="汉仪铸字美心体简" panose="00020600040101010101" charset="-122"/>
              </a:rPr>
              <a:t>团队介绍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组合 33"/>
          <p:cNvSpPr/>
          <p:nvPr/>
        </p:nvSpPr>
        <p:spPr>
          <a:xfrm>
            <a:off x="1828800" y="973099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b="0" dirty="0">
                <a:latin typeface="汉仪铸字美心体简" panose="00020600040101010101" charset="-122"/>
                <a:ea typeface="汉仪铸字美心体简" panose="00020600040101010101" charset="-122"/>
                <a:cs typeface="方正仿宋_GBK" panose="02000000000000000000" charset="-122"/>
                <a:sym typeface="方正仿宋_GBK" panose="02000000000000000000" charset="-122"/>
              </a:rPr>
              <a:t>赛题重述</a:t>
            </a:r>
            <a:endParaRPr lang="zh-CN" b="0" dirty="0">
              <a:latin typeface="汉仪铸字美心体简" panose="00020600040101010101" charset="-122"/>
              <a:ea typeface="汉仪铸字美心体简" panose="00020600040101010101" charset="-122"/>
              <a:cs typeface="方正仿宋_GBK" panose="02000000000000000000" charset="-122"/>
              <a:sym typeface="方正仿宋_GBK" panose="02000000000000000000" charset="-122"/>
            </a:endParaRPr>
          </a:p>
        </p:txBody>
      </p:sp>
      <p:pic>
        <p:nvPicPr>
          <p:cNvPr id="9" name="图片 15" descr="figure 4 总系统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19820" y="714375"/>
            <a:ext cx="3228975" cy="61436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87960" y="1570355"/>
            <a:ext cx="57467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晶圆需在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组合式集束型设备</a:t>
            </a:r>
            <a:r>
              <a:rPr lang="zh-CN" altLang="en-US"/>
              <a:t>中按照预先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设定的工艺路径</a:t>
            </a:r>
            <a:r>
              <a:rPr lang="zh-CN" altLang="en-US"/>
              <a:t>进行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加工</a:t>
            </a:r>
            <a:r>
              <a:rPr lang="zh-CN" altLang="en-US"/>
              <a:t>，且晶圆数量多，工艺路径复杂，约束条件多。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需要设计</a:t>
            </a:r>
            <a:r>
              <a:rPr lang="zh-CN" altLang="en-US" b="1"/>
              <a:t>调度算法</a:t>
            </a:r>
            <a:r>
              <a:rPr lang="zh-CN" altLang="en-US"/>
              <a:t>，实现晶圆加工高效稳定的调度。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6984365" y="1210310"/>
            <a:ext cx="1589405" cy="593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调度问题</a:t>
            </a:r>
          </a:p>
        </p:txBody>
      </p:sp>
      <p:graphicFrame>
        <p:nvGraphicFramePr>
          <p:cNvPr id="81" name="表格 80"/>
          <p:cNvGraphicFramePr/>
          <p:nvPr>
            <p:custDataLst>
              <p:tags r:id="rId1"/>
            </p:custDataLst>
          </p:nvPr>
        </p:nvGraphicFramePr>
        <p:xfrm>
          <a:off x="67310" y="3226435"/>
          <a:ext cx="8591550" cy="3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7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场景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要求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解决方案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调度系统通用性要求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+mn-ea"/>
                        </a:rPr>
                        <a:t>超参数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7030A0"/>
                          </a:solidFill>
                        </a:rPr>
                        <a:t>参数</a:t>
                      </a:r>
                      <a:r>
                        <a:rPr lang="en-US" altLang="zh-CN">
                          <a:solidFill>
                            <a:srgbClr val="7030A0"/>
                          </a:solidFill>
                        </a:rPr>
                        <a:t>json</a:t>
                      </a:r>
                      <a:r>
                        <a:rPr lang="zh-CN" altLang="en-US">
                          <a:solidFill>
                            <a:srgbClr val="7030A0"/>
                          </a:solidFill>
                        </a:rPr>
                        <a:t>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73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高效生产要求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+mn-ea"/>
                        </a:rPr>
                        <a:t>加快程序运行时间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7030A0"/>
                          </a:solidFill>
                          <a:sym typeface="+mn-ea"/>
                        </a:rPr>
                        <a:t>时间表更新</a:t>
                      </a:r>
                      <a:r>
                        <a:rPr lang="en-US" altLang="zh-CN" sz="1800">
                          <a:solidFill>
                            <a:srgbClr val="7030A0"/>
                          </a:solidFill>
                          <a:sym typeface="+mn-ea"/>
                        </a:rPr>
                        <a:t>+</a:t>
                      </a:r>
                      <a:r>
                        <a:rPr lang="zh-CN" altLang="en-US" sz="1800">
                          <a:solidFill>
                            <a:srgbClr val="7030A0"/>
                          </a:solidFill>
                          <a:sym typeface="+mn-ea"/>
                        </a:rPr>
                        <a:t>轮询评估算法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+mn-ea"/>
                        </a:rPr>
                        <a:t>加快调度完工时间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7030A0"/>
                          </a:solidFill>
                          <a:sym typeface="+mn-ea"/>
                        </a:rPr>
                        <a:t>动作链拆分</a:t>
                      </a:r>
                      <a:r>
                        <a:rPr lang="en-US" altLang="zh-CN" sz="1800">
                          <a:solidFill>
                            <a:srgbClr val="7030A0"/>
                          </a:solidFill>
                          <a:sym typeface="+mn-ea"/>
                        </a:rPr>
                        <a:t>+</a:t>
                      </a:r>
                      <a:r>
                        <a:rPr lang="zh-CN" altLang="en-US" sz="1800">
                          <a:solidFill>
                            <a:srgbClr val="7030A0"/>
                          </a:solidFill>
                          <a:sym typeface="+mn-ea"/>
                        </a:rPr>
                        <a:t>优化模型</a:t>
                      </a:r>
                      <a:r>
                        <a:rPr lang="en-US" altLang="zh-CN" sz="1800">
                          <a:solidFill>
                            <a:srgbClr val="7030A0"/>
                          </a:solidFill>
                          <a:sym typeface="+mn-ea"/>
                        </a:rPr>
                        <a:t>+</a:t>
                      </a:r>
                      <a:r>
                        <a:rPr lang="zh-CN" altLang="en-US" sz="1800">
                          <a:solidFill>
                            <a:srgbClr val="7030A0"/>
                          </a:solidFill>
                          <a:sym typeface="+mn-ea"/>
                        </a:rPr>
                        <a:t>并发出片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调度死锁导致后续调度无法执行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+mn-ea"/>
                        </a:rPr>
                        <a:t>调度无死锁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7030A0"/>
                          </a:solidFill>
                          <a:sym typeface="+mn-ea"/>
                        </a:rPr>
                        <a:t>多步预测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加工仓污染导致良率下降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+mn-ea"/>
                        </a:rPr>
                        <a:t>加工仓清洗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7030A0"/>
                          </a:solidFill>
                          <a:sym typeface="+mn-ea"/>
                        </a:rPr>
                        <a:t>回溯算法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JIT</a:t>
                      </a:r>
                      <a:r>
                        <a:rPr lang="zh-CN" altLang="en-US"/>
                        <a:t>理念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+mn-ea"/>
                        </a:rPr>
                        <a:t>晶圆滞留时间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7030A0"/>
                          </a:solidFill>
                          <a:sym typeface="+mn-ea"/>
                        </a:rPr>
                        <a:t>优化模型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" name="任意多边形: 形状 30"/>
          <p:cNvSpPr/>
          <p:nvPr>
            <p:custDataLst>
              <p:tags r:id="rId2"/>
            </p:custDataLst>
          </p:nvPr>
        </p:nvSpPr>
        <p:spPr>
          <a:xfrm>
            <a:off x="-3810" y="-1"/>
            <a:ext cx="12192000" cy="767944"/>
          </a:xfrm>
          <a:custGeom>
            <a:avLst/>
            <a:gdLst>
              <a:gd name="connsiteX0" fmla="*/ 0 w 12192000"/>
              <a:gd name="connsiteY0" fmla="*/ 0 h 767944"/>
              <a:gd name="connsiteX1" fmla="*/ 12192000 w 12192000"/>
              <a:gd name="connsiteY1" fmla="*/ 0 h 767944"/>
              <a:gd name="connsiteX2" fmla="*/ 12192000 w 12192000"/>
              <a:gd name="connsiteY2" fmla="*/ 767944 h 767944"/>
              <a:gd name="connsiteX3" fmla="*/ 0 w 12192000"/>
              <a:gd name="connsiteY3" fmla="*/ 767944 h 767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767944">
                <a:moveTo>
                  <a:pt x="0" y="0"/>
                </a:moveTo>
                <a:lnTo>
                  <a:pt x="12192000" y="0"/>
                </a:lnTo>
                <a:lnTo>
                  <a:pt x="12192000" y="767944"/>
                </a:lnTo>
                <a:lnTo>
                  <a:pt x="0" y="767944"/>
                </a:lnTo>
                <a:close/>
              </a:path>
            </a:pathLst>
          </a:custGeom>
          <a:gradFill flip="none" rotWithShape="1">
            <a:gsLst>
              <a:gs pos="100000">
                <a:srgbClr val="FFFFFF">
                  <a:alpha val="80000"/>
                </a:srgbClr>
              </a:gs>
              <a:gs pos="52000">
                <a:srgbClr val="FFFFFF">
                  <a:alpha val="80000"/>
                </a:srgbClr>
              </a:gs>
              <a:gs pos="0">
                <a:srgbClr val="FFFFFF">
                  <a:alpha val="80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52" name="PA-文本框 8"/>
          <p:cNvSpPr txBox="1"/>
          <p:nvPr>
            <p:custDataLst>
              <p:tags r:id="rId3"/>
            </p:custDataLst>
          </p:nvPr>
        </p:nvSpPr>
        <p:spPr>
          <a:xfrm>
            <a:off x="2772662" y="230619"/>
            <a:ext cx="1586585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cs typeface="仓耳玄三M W05" panose="02020400000000000000" charset="-128"/>
                <a:sym typeface="汉仪雅酷黑简" panose="00020600040101010101" charset="-122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ea"/>
              <a:cs typeface="Saturday Sans Regular" panose="02010600010101010101" charset="-122"/>
              <a:sym typeface="汉仪雅酷黑简" panose="00020600040101010101" charset="-122"/>
              <a:rtl val="0"/>
            </a:endParaRPr>
          </a:p>
        </p:txBody>
      </p:sp>
      <p:sp>
        <p:nvSpPr>
          <p:cNvPr id="53" name="PA-文本框 10"/>
          <p:cNvSpPr txBox="1"/>
          <p:nvPr>
            <p:custDataLst>
              <p:tags r:id="rId4"/>
            </p:custDataLst>
          </p:nvPr>
        </p:nvSpPr>
        <p:spPr>
          <a:xfrm>
            <a:off x="7923990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技术指标</a:t>
            </a:r>
          </a:p>
        </p:txBody>
      </p:sp>
      <p:sp>
        <p:nvSpPr>
          <p:cNvPr id="54" name="PA-文本框 15"/>
          <p:cNvSpPr txBox="1"/>
          <p:nvPr>
            <p:custDataLst>
              <p:tags r:id="rId5"/>
            </p:custDataLst>
          </p:nvPr>
        </p:nvSpPr>
        <p:spPr>
          <a:xfrm>
            <a:off x="9593686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创新点</a:t>
            </a:r>
          </a:p>
        </p:txBody>
      </p:sp>
      <p:cxnSp>
        <p:nvCxnSpPr>
          <p:cNvPr id="55" name="PA-直接连接符 26"/>
          <p:cNvCxnSpPr/>
          <p:nvPr>
            <p:custDataLst>
              <p:tags r:id="rId6"/>
            </p:custDataLst>
          </p:nvPr>
        </p:nvCxnSpPr>
        <p:spPr>
          <a:xfrm>
            <a:off x="9552131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56" name="任意多边形: 形状 32"/>
          <p:cNvSpPr/>
          <p:nvPr>
            <p:custDataLst>
              <p:tags r:id="rId7"/>
            </p:custDataLst>
          </p:nvPr>
        </p:nvSpPr>
        <p:spPr>
          <a:xfrm flipV="1">
            <a:off x="-3810" y="726128"/>
            <a:ext cx="12192000" cy="55383"/>
          </a:xfrm>
          <a:custGeom>
            <a:avLst/>
            <a:gdLst>
              <a:gd name="connsiteX0" fmla="*/ 0 w 12192000"/>
              <a:gd name="connsiteY0" fmla="*/ 55383 h 55383"/>
              <a:gd name="connsiteX1" fmla="*/ 12192000 w 12192000"/>
              <a:gd name="connsiteY1" fmla="*/ 55383 h 55383"/>
              <a:gd name="connsiteX2" fmla="*/ 12192000 w 12192000"/>
              <a:gd name="connsiteY2" fmla="*/ 0 h 55383"/>
              <a:gd name="connsiteX3" fmla="*/ 0 w 12192000"/>
              <a:gd name="connsiteY3" fmla="*/ 0 h 5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383">
                <a:moveTo>
                  <a:pt x="0" y="55383"/>
                </a:moveTo>
                <a:lnTo>
                  <a:pt x="12192000" y="55383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008BFF">
                  <a:lumMod val="75000"/>
                </a:srgbClr>
              </a:gs>
              <a:gs pos="100000">
                <a:srgbClr val="008BFF">
                  <a:lumMod val="20000"/>
                  <a:lumOff val="80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outerShdw blurRad="279400" dist="203200" dir="3600000" sx="88000" sy="88000" algn="t" rotWithShape="0">
              <a:srgbClr val="00C2FF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18" cstate="print">
            <a:duotone>
              <a:prstClr val="black"/>
              <a:srgbClr val="008B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artisticPhotocopy detail="2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23" y="110068"/>
            <a:ext cx="441726" cy="547807"/>
          </a:xfrm>
          <a:prstGeom prst="rect">
            <a:avLst/>
          </a:prstGeom>
        </p:spPr>
      </p:pic>
      <p:sp>
        <p:nvSpPr>
          <p:cNvPr id="58" name="PA-文本框 10"/>
          <p:cNvSpPr txBox="1"/>
          <p:nvPr>
            <p:custDataLst>
              <p:tags r:id="rId8"/>
            </p:custDataLst>
          </p:nvPr>
        </p:nvSpPr>
        <p:spPr>
          <a:xfrm>
            <a:off x="6254294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技术路线</a:t>
            </a:r>
          </a:p>
        </p:txBody>
      </p:sp>
      <p:cxnSp>
        <p:nvCxnSpPr>
          <p:cNvPr id="59" name="PA-直接连接符 26"/>
          <p:cNvCxnSpPr/>
          <p:nvPr>
            <p:custDataLst>
              <p:tags r:id="rId9"/>
            </p:custDataLst>
          </p:nvPr>
        </p:nvCxnSpPr>
        <p:spPr>
          <a:xfrm>
            <a:off x="7882434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60" name="PA-直接连接符 26"/>
          <p:cNvCxnSpPr/>
          <p:nvPr>
            <p:custDataLst>
              <p:tags r:id="rId10"/>
            </p:custDataLst>
          </p:nvPr>
        </p:nvCxnSpPr>
        <p:spPr>
          <a:xfrm>
            <a:off x="6212738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61" name="PA-任意多边形 121"/>
          <p:cNvSpPr/>
          <p:nvPr>
            <p:custDataLst>
              <p:tags r:id="rId11"/>
            </p:custDataLst>
          </p:nvPr>
        </p:nvSpPr>
        <p:spPr>
          <a:xfrm>
            <a:off x="2502423" y="220980"/>
            <a:ext cx="163942" cy="327660"/>
          </a:xfrm>
          <a:custGeom>
            <a:avLst/>
            <a:gdLst/>
            <a:ahLst/>
            <a:cxnLst/>
            <a:rect l="0" t="0" r="0" b="0"/>
            <a:pathLst>
              <a:path w="275824" h="551647">
                <a:moveTo>
                  <a:pt x="0" y="551646"/>
                </a:moveTo>
                <a:lnTo>
                  <a:pt x="275823" y="275823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gradFill>
              <a:gsLst>
                <a:gs pos="8000">
                  <a:srgbClr val="00C2FF"/>
                </a:gs>
                <a:gs pos="100000">
                  <a:srgbClr val="008BFF">
                    <a:lumMod val="75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66" name="PA-矩形 114"/>
          <p:cNvSpPr/>
          <p:nvPr>
            <p:custDataLst>
              <p:tags r:id="rId12"/>
            </p:custDataLst>
          </p:nvPr>
        </p:nvSpPr>
        <p:spPr>
          <a:xfrm rot="18900000">
            <a:off x="2408555" y="322334"/>
            <a:ext cx="125039" cy="124954"/>
          </a:xfrm>
          <a:prstGeom prst="rect">
            <a:avLst/>
          </a:prstGeom>
          <a:gradFill flip="none" rotWithShape="1">
            <a:gsLst>
              <a:gs pos="0">
                <a:srgbClr val="00C2FF"/>
              </a:gs>
              <a:gs pos="99000">
                <a:srgbClr val="008B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544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cxnSp>
        <p:nvCxnSpPr>
          <p:cNvPr id="67" name="PA-直接连接符 26"/>
          <p:cNvCxnSpPr/>
          <p:nvPr>
            <p:custDataLst>
              <p:tags r:id="rId13"/>
            </p:custDataLst>
          </p:nvPr>
        </p:nvCxnSpPr>
        <p:spPr>
          <a:xfrm>
            <a:off x="4486275" y="229870"/>
            <a:ext cx="0" cy="315595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68" name="图片 67" descr="集创赛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69" name="PA-任意多边形 7"/>
          <p:cNvSpPr/>
          <p:nvPr>
            <p:custDataLst>
              <p:tags r:id="rId14"/>
            </p:custDataLst>
          </p:nvPr>
        </p:nvSpPr>
        <p:spPr>
          <a:xfrm>
            <a:off x="4563362" y="149953"/>
            <a:ext cx="1586586" cy="468036"/>
          </a:xfrm>
          <a:prstGeom prst="roundRect">
            <a:avLst/>
          </a:prstGeom>
          <a:gradFill flip="none" rotWithShape="1">
            <a:gsLst>
              <a:gs pos="10000">
                <a:srgbClr val="008BFF"/>
              </a:gs>
              <a:gs pos="50000">
                <a:srgbClr val="008BFF">
                  <a:lumMod val="75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" dist="38100" dir="5400000" sx="99000" sy="99000" algn="t" rotWithShape="0">
              <a:srgbClr val="008BFF">
                <a:lumMod val="50000"/>
                <a:alpha val="53000"/>
              </a:srgbClr>
            </a:outerShdw>
          </a:effectLst>
        </p:spPr>
        <p:txBody>
          <a:bodyPr rtlCol="0" anchor="ctr"/>
          <a:lstStyle/>
          <a:p>
            <a:pPr algn="ctr" defTabSz="1219200"/>
            <a:endParaRPr lang="zh-CN" altLang="en-US" sz="2400" kern="0" dirty="0">
              <a:solidFill>
                <a:prstClr val="white"/>
              </a:solidFill>
              <a:latin typeface="仓耳玄三M W05" panose="02020400000000000000" charset="-128"/>
            </a:endParaRPr>
          </a:p>
        </p:txBody>
      </p:sp>
      <p:sp>
        <p:nvSpPr>
          <p:cNvPr id="50" name="PA-文本框 6"/>
          <p:cNvSpPr txBox="1"/>
          <p:nvPr>
            <p:custDataLst>
              <p:tags r:id="rId15"/>
            </p:custDataLst>
          </p:nvPr>
        </p:nvSpPr>
        <p:spPr>
          <a:xfrm>
            <a:off x="4564380" y="149860"/>
            <a:ext cx="1580515" cy="4679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项目介绍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任意多边形 190"/>
          <p:cNvSpPr/>
          <p:nvPr>
            <p:custDataLst>
              <p:tags r:id="rId1"/>
            </p:custDataLst>
          </p:nvPr>
        </p:nvSpPr>
        <p:spPr>
          <a:xfrm>
            <a:off x="4118610" y="4877435"/>
            <a:ext cx="5891530" cy="1339215"/>
          </a:xfrm>
          <a:custGeom>
            <a:avLst/>
            <a:gdLst>
              <a:gd name="connsiteX0" fmla="*/ 33 w 9527"/>
              <a:gd name="connsiteY0" fmla="*/ 0 h 2697"/>
              <a:gd name="connsiteX1" fmla="*/ 8317 w 9527"/>
              <a:gd name="connsiteY1" fmla="*/ 16 h 2697"/>
              <a:gd name="connsiteX2" fmla="*/ 9527 w 9527"/>
              <a:gd name="connsiteY2" fmla="*/ 1357 h 2697"/>
              <a:gd name="connsiteX3" fmla="*/ 8317 w 9527"/>
              <a:gd name="connsiteY3" fmla="*/ 2697 h 2697"/>
              <a:gd name="connsiteX4" fmla="*/ 0 w 9527"/>
              <a:gd name="connsiteY4" fmla="*/ 2697 h 2697"/>
              <a:gd name="connsiteX5" fmla="*/ 1210 w 9527"/>
              <a:gd name="connsiteY5" fmla="*/ 1357 h 2697"/>
              <a:gd name="connsiteX6" fmla="*/ 33 w 9527"/>
              <a:gd name="connsiteY6" fmla="*/ 0 h 2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27" h="2697">
                <a:moveTo>
                  <a:pt x="33" y="0"/>
                </a:moveTo>
                <a:lnTo>
                  <a:pt x="8317" y="16"/>
                </a:lnTo>
                <a:lnTo>
                  <a:pt x="9527" y="1357"/>
                </a:lnTo>
                <a:lnTo>
                  <a:pt x="8317" y="2697"/>
                </a:lnTo>
                <a:lnTo>
                  <a:pt x="0" y="2697"/>
                </a:lnTo>
                <a:cubicBezTo>
                  <a:pt x="403" y="2250"/>
                  <a:pt x="452" y="1615"/>
                  <a:pt x="1210" y="1357"/>
                </a:cubicBezTo>
                <a:cubicBezTo>
                  <a:pt x="452" y="1107"/>
                  <a:pt x="436" y="447"/>
                  <a:pt x="33" y="0"/>
                </a:cubicBezTo>
                <a:close/>
              </a:path>
            </a:pathLst>
          </a:custGeom>
          <a:gradFill>
            <a:gsLst>
              <a:gs pos="0">
                <a:srgbClr val="008BFF">
                  <a:lumMod val="40000"/>
                  <a:lumOff val="60000"/>
                  <a:alpha val="13000"/>
                </a:srgbClr>
              </a:gs>
              <a:gs pos="100000">
                <a:srgbClr val="008BFF">
                  <a:lumMod val="75000"/>
                </a:srgbClr>
              </a:gs>
            </a:gsLst>
            <a:lin ang="0" scaled="0"/>
          </a:gradFill>
          <a:ln w="19050" cap="flat" cmpd="sng" algn="ctr">
            <a:noFill/>
            <a:prstDash val="solid"/>
            <a:miter lim="800000"/>
          </a:ln>
          <a:effectLst>
            <a:outerShdw blurRad="177800" dist="63500" dir="8100000" algn="tr" rotWithShape="0">
              <a:srgbClr val="008BFF">
                <a:lumMod val="60000"/>
                <a:lumOff val="40000"/>
                <a:alpha val="4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Times New Roman" panose="02020603050405020304" pitchFamily="18" charset="0"/>
              <a:ea typeface="仓耳玄三M W05" panose="02020400000000000000" charset="-128"/>
              <a:cs typeface="方正公文黑体" panose="02000500000000000000" charset="-122"/>
            </a:endParaRPr>
          </a:p>
        </p:txBody>
      </p:sp>
      <p:sp>
        <p:nvSpPr>
          <p:cNvPr id="132" name="任意多边形: 形状 30"/>
          <p:cNvSpPr/>
          <p:nvPr>
            <p:custDataLst>
              <p:tags r:id="rId2"/>
            </p:custDataLst>
          </p:nvPr>
        </p:nvSpPr>
        <p:spPr>
          <a:xfrm>
            <a:off x="-3810" y="-1"/>
            <a:ext cx="12192000" cy="767944"/>
          </a:xfrm>
          <a:custGeom>
            <a:avLst/>
            <a:gdLst>
              <a:gd name="connsiteX0" fmla="*/ 0 w 12192000"/>
              <a:gd name="connsiteY0" fmla="*/ 0 h 767944"/>
              <a:gd name="connsiteX1" fmla="*/ 12192000 w 12192000"/>
              <a:gd name="connsiteY1" fmla="*/ 0 h 767944"/>
              <a:gd name="connsiteX2" fmla="*/ 12192000 w 12192000"/>
              <a:gd name="connsiteY2" fmla="*/ 767944 h 767944"/>
              <a:gd name="connsiteX3" fmla="*/ 0 w 12192000"/>
              <a:gd name="connsiteY3" fmla="*/ 767944 h 767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767944">
                <a:moveTo>
                  <a:pt x="0" y="0"/>
                </a:moveTo>
                <a:lnTo>
                  <a:pt x="12192000" y="0"/>
                </a:lnTo>
                <a:lnTo>
                  <a:pt x="12192000" y="767944"/>
                </a:lnTo>
                <a:lnTo>
                  <a:pt x="0" y="767944"/>
                </a:lnTo>
                <a:close/>
              </a:path>
            </a:pathLst>
          </a:custGeom>
          <a:gradFill flip="none" rotWithShape="1">
            <a:gsLst>
              <a:gs pos="100000">
                <a:srgbClr val="FFFFFF">
                  <a:alpha val="80000"/>
                </a:srgbClr>
              </a:gs>
              <a:gs pos="52000">
                <a:srgbClr val="FFFFFF">
                  <a:alpha val="80000"/>
                </a:srgbClr>
              </a:gs>
              <a:gs pos="0">
                <a:srgbClr val="FFFFFF">
                  <a:alpha val="80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133" name="PA-文本框 8"/>
          <p:cNvSpPr txBox="1"/>
          <p:nvPr>
            <p:custDataLst>
              <p:tags r:id="rId3"/>
            </p:custDataLst>
          </p:nvPr>
        </p:nvSpPr>
        <p:spPr>
          <a:xfrm>
            <a:off x="2772662" y="230619"/>
            <a:ext cx="1586585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cs typeface="仓耳玄三M W05" panose="02020400000000000000" charset="-128"/>
                <a:sym typeface="汉仪雅酷黑简" panose="00020600040101010101" charset="-122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ea"/>
              <a:cs typeface="Saturday Sans Regular" panose="02010600010101010101" charset="-122"/>
              <a:sym typeface="汉仪雅酷黑简" panose="00020600040101010101" charset="-122"/>
              <a:rtl val="0"/>
            </a:endParaRPr>
          </a:p>
        </p:txBody>
      </p:sp>
      <p:sp>
        <p:nvSpPr>
          <p:cNvPr id="134" name="PA-文本框 10"/>
          <p:cNvSpPr txBox="1"/>
          <p:nvPr>
            <p:custDataLst>
              <p:tags r:id="rId4"/>
            </p:custDataLst>
          </p:nvPr>
        </p:nvSpPr>
        <p:spPr>
          <a:xfrm>
            <a:off x="7923990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技术指标</a:t>
            </a:r>
          </a:p>
        </p:txBody>
      </p:sp>
      <p:sp>
        <p:nvSpPr>
          <p:cNvPr id="135" name="PA-文本框 15"/>
          <p:cNvSpPr txBox="1"/>
          <p:nvPr>
            <p:custDataLst>
              <p:tags r:id="rId5"/>
            </p:custDataLst>
          </p:nvPr>
        </p:nvSpPr>
        <p:spPr>
          <a:xfrm>
            <a:off x="9593686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创新点</a:t>
            </a:r>
          </a:p>
        </p:txBody>
      </p:sp>
      <p:cxnSp>
        <p:nvCxnSpPr>
          <p:cNvPr id="136" name="PA-直接连接符 26"/>
          <p:cNvCxnSpPr/>
          <p:nvPr>
            <p:custDataLst>
              <p:tags r:id="rId6"/>
            </p:custDataLst>
          </p:nvPr>
        </p:nvCxnSpPr>
        <p:spPr>
          <a:xfrm>
            <a:off x="9552131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37" name="任意多边形: 形状 32"/>
          <p:cNvSpPr/>
          <p:nvPr>
            <p:custDataLst>
              <p:tags r:id="rId7"/>
            </p:custDataLst>
          </p:nvPr>
        </p:nvSpPr>
        <p:spPr>
          <a:xfrm flipV="1">
            <a:off x="-3810" y="726128"/>
            <a:ext cx="12192000" cy="55383"/>
          </a:xfrm>
          <a:custGeom>
            <a:avLst/>
            <a:gdLst>
              <a:gd name="connsiteX0" fmla="*/ 0 w 12192000"/>
              <a:gd name="connsiteY0" fmla="*/ 55383 h 55383"/>
              <a:gd name="connsiteX1" fmla="*/ 12192000 w 12192000"/>
              <a:gd name="connsiteY1" fmla="*/ 55383 h 55383"/>
              <a:gd name="connsiteX2" fmla="*/ 12192000 w 12192000"/>
              <a:gd name="connsiteY2" fmla="*/ 0 h 55383"/>
              <a:gd name="connsiteX3" fmla="*/ 0 w 12192000"/>
              <a:gd name="connsiteY3" fmla="*/ 0 h 5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383">
                <a:moveTo>
                  <a:pt x="0" y="55383"/>
                </a:moveTo>
                <a:lnTo>
                  <a:pt x="12192000" y="55383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008BFF">
                  <a:lumMod val="75000"/>
                </a:srgbClr>
              </a:gs>
              <a:gs pos="100000">
                <a:srgbClr val="008BFF">
                  <a:lumMod val="20000"/>
                  <a:lumOff val="80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outerShdw blurRad="279400" dist="203200" dir="3600000" sx="88000" sy="88000" algn="t" rotWithShape="0">
              <a:srgbClr val="00C2FF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pic>
        <p:nvPicPr>
          <p:cNvPr id="138" name="图片 137"/>
          <p:cNvPicPr>
            <a:picLocks noChangeAspect="1"/>
          </p:cNvPicPr>
          <p:nvPr/>
        </p:nvPicPr>
        <p:blipFill>
          <a:blip r:embed="rId40" cstate="print">
            <a:duotone>
              <a:prstClr val="black"/>
              <a:srgbClr val="008B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artisticPhotocopy detail="2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23" y="110068"/>
            <a:ext cx="441726" cy="547807"/>
          </a:xfrm>
          <a:prstGeom prst="rect">
            <a:avLst/>
          </a:prstGeom>
        </p:spPr>
      </p:pic>
      <p:cxnSp>
        <p:nvCxnSpPr>
          <p:cNvPr id="140" name="PA-直接连接符 26"/>
          <p:cNvCxnSpPr/>
          <p:nvPr>
            <p:custDataLst>
              <p:tags r:id="rId8"/>
            </p:custDataLst>
          </p:nvPr>
        </p:nvCxnSpPr>
        <p:spPr>
          <a:xfrm>
            <a:off x="7882434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41" name="PA-直接连接符 26"/>
          <p:cNvCxnSpPr/>
          <p:nvPr>
            <p:custDataLst>
              <p:tags r:id="rId9"/>
            </p:custDataLst>
          </p:nvPr>
        </p:nvCxnSpPr>
        <p:spPr>
          <a:xfrm>
            <a:off x="6212738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42" name="PA-任意多边形 121"/>
          <p:cNvSpPr/>
          <p:nvPr>
            <p:custDataLst>
              <p:tags r:id="rId10"/>
            </p:custDataLst>
          </p:nvPr>
        </p:nvSpPr>
        <p:spPr>
          <a:xfrm>
            <a:off x="2502423" y="220980"/>
            <a:ext cx="163942" cy="327660"/>
          </a:xfrm>
          <a:custGeom>
            <a:avLst/>
            <a:gdLst/>
            <a:ahLst/>
            <a:cxnLst/>
            <a:rect l="0" t="0" r="0" b="0"/>
            <a:pathLst>
              <a:path w="275824" h="551647">
                <a:moveTo>
                  <a:pt x="0" y="551646"/>
                </a:moveTo>
                <a:lnTo>
                  <a:pt x="275823" y="275823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gradFill>
              <a:gsLst>
                <a:gs pos="8000">
                  <a:srgbClr val="00C2FF"/>
                </a:gs>
                <a:gs pos="100000">
                  <a:srgbClr val="008BFF">
                    <a:lumMod val="75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143" name="PA-矩形 114"/>
          <p:cNvSpPr/>
          <p:nvPr>
            <p:custDataLst>
              <p:tags r:id="rId11"/>
            </p:custDataLst>
          </p:nvPr>
        </p:nvSpPr>
        <p:spPr>
          <a:xfrm rot="18900000">
            <a:off x="2408555" y="322334"/>
            <a:ext cx="125039" cy="124954"/>
          </a:xfrm>
          <a:prstGeom prst="rect">
            <a:avLst/>
          </a:prstGeom>
          <a:gradFill flip="none" rotWithShape="1">
            <a:gsLst>
              <a:gs pos="0">
                <a:srgbClr val="00C2FF"/>
              </a:gs>
              <a:gs pos="99000">
                <a:srgbClr val="008B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544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cxnSp>
        <p:nvCxnSpPr>
          <p:cNvPr id="144" name="PA-直接连接符 26"/>
          <p:cNvCxnSpPr/>
          <p:nvPr>
            <p:custDataLst>
              <p:tags r:id="rId12"/>
            </p:custDataLst>
          </p:nvPr>
        </p:nvCxnSpPr>
        <p:spPr>
          <a:xfrm>
            <a:off x="4486275" y="229870"/>
            <a:ext cx="0" cy="315595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45" name="图片 144" descr="集创赛1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147" name="PA-文本框 6"/>
          <p:cNvSpPr txBox="1"/>
          <p:nvPr>
            <p:custDataLst>
              <p:tags r:id="rId13"/>
            </p:custDataLst>
          </p:nvPr>
        </p:nvSpPr>
        <p:spPr>
          <a:xfrm>
            <a:off x="4605020" y="149860"/>
            <a:ext cx="1580515" cy="4679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项目介绍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148" name="PA-任意多边形 7"/>
          <p:cNvSpPr/>
          <p:nvPr>
            <p:custDataLst>
              <p:tags r:id="rId14"/>
            </p:custDataLst>
          </p:nvPr>
        </p:nvSpPr>
        <p:spPr>
          <a:xfrm>
            <a:off x="6263892" y="149953"/>
            <a:ext cx="1586586" cy="468036"/>
          </a:xfrm>
          <a:prstGeom prst="roundRect">
            <a:avLst/>
          </a:prstGeom>
          <a:gradFill flip="none" rotWithShape="1">
            <a:gsLst>
              <a:gs pos="10000">
                <a:srgbClr val="008BFF"/>
              </a:gs>
              <a:gs pos="50000">
                <a:srgbClr val="008BFF">
                  <a:lumMod val="75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" dist="38100" dir="5400000" sx="99000" sy="99000" algn="t" rotWithShape="0">
              <a:srgbClr val="008BFF">
                <a:lumMod val="50000"/>
                <a:alpha val="53000"/>
              </a:srgbClr>
            </a:outerShdw>
          </a:effectLst>
        </p:spPr>
        <p:txBody>
          <a:bodyPr rtlCol="0" anchor="ctr"/>
          <a:lstStyle/>
          <a:p>
            <a:pPr algn="ctr" defTabSz="1219200"/>
            <a:endParaRPr lang="zh-CN" altLang="en-US" sz="2400" kern="0" dirty="0">
              <a:solidFill>
                <a:prstClr val="white"/>
              </a:solidFill>
              <a:latin typeface="仓耳玄三M W05" panose="02020400000000000000" charset="-128"/>
            </a:endParaRPr>
          </a:p>
        </p:txBody>
      </p:sp>
      <p:sp>
        <p:nvSpPr>
          <p:cNvPr id="139" name="PA-文本框 10"/>
          <p:cNvSpPr txBox="1"/>
          <p:nvPr>
            <p:custDataLst>
              <p:tags r:id="rId15"/>
            </p:custDataLst>
          </p:nvPr>
        </p:nvSpPr>
        <p:spPr>
          <a:xfrm>
            <a:off x="6254294" y="199821"/>
            <a:ext cx="158658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技术路线</a:t>
            </a:r>
          </a:p>
        </p:txBody>
      </p:sp>
      <p:sp>
        <p:nvSpPr>
          <p:cNvPr id="77" name="矩形 76"/>
          <p:cNvSpPr/>
          <p:nvPr/>
        </p:nvSpPr>
        <p:spPr>
          <a:xfrm>
            <a:off x="74295" y="2489200"/>
            <a:ext cx="1644650" cy="711835"/>
          </a:xfrm>
          <a:prstGeom prst="rect">
            <a:avLst/>
          </a:prstGeom>
          <a:gradFill>
            <a:gsLst>
              <a:gs pos="0">
                <a:srgbClr val="00C2FF">
                  <a:lumMod val="5000"/>
                  <a:lumOff val="95000"/>
                </a:srgbClr>
              </a:gs>
              <a:gs pos="52000">
                <a:srgbClr val="00C2FF">
                  <a:lumMod val="30000"/>
                  <a:lumOff val="70000"/>
                </a:srgbClr>
              </a:gs>
            </a:gsLst>
            <a:lin ang="5400000" scaled="0"/>
          </a:gradFill>
          <a:ln w="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800">
                <a:solidFill>
                  <a:srgbClr val="008BFF">
                    <a:lumMod val="75000"/>
                  </a:srgbClr>
                </a:solidFill>
                <a:latin typeface="Times New Roman" panose="02020603050405020304" pitchFamily="18" charset="0"/>
                <a:ea typeface="仓耳玄三M W05" panose="02020400000000000000" charset="-128"/>
                <a:sym typeface="+mn-ea"/>
              </a:rPr>
              <a:t>工艺路径</a:t>
            </a:r>
            <a:endParaRPr lang="zh-CN" altLang="en-US" sz="2800">
              <a:solidFill>
                <a:srgbClr val="008BFF">
                  <a:lumMod val="75000"/>
                </a:srgbClr>
              </a:solidFill>
              <a:latin typeface="Times New Roman" panose="02020603050405020304" pitchFamily="18" charset="0"/>
              <a:ea typeface="仓耳玄三M W05" panose="02020400000000000000" charset="-128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74295" y="3272155"/>
            <a:ext cx="1644650" cy="711835"/>
          </a:xfrm>
          <a:prstGeom prst="rect">
            <a:avLst/>
          </a:prstGeom>
          <a:gradFill>
            <a:gsLst>
              <a:gs pos="0">
                <a:srgbClr val="00C2FF">
                  <a:lumMod val="5000"/>
                  <a:lumOff val="95000"/>
                </a:srgbClr>
              </a:gs>
              <a:gs pos="52000">
                <a:srgbClr val="00C2FF">
                  <a:lumMod val="30000"/>
                  <a:lumOff val="70000"/>
                </a:srgbClr>
              </a:gs>
            </a:gsLst>
            <a:lin ang="5400000" scaled="0"/>
          </a:gradFill>
          <a:ln w="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800">
                <a:solidFill>
                  <a:srgbClr val="008BFF">
                    <a:lumMod val="75000"/>
                  </a:srgbClr>
                </a:solidFill>
                <a:latin typeface="Times New Roman" panose="02020603050405020304" pitchFamily="18" charset="0"/>
                <a:ea typeface="仓耳玄三M W05" panose="02020400000000000000" charset="-128"/>
                <a:sym typeface="+mn-ea"/>
              </a:rPr>
              <a:t>是否并发</a:t>
            </a:r>
            <a:endParaRPr lang="en-US" altLang="zh-CN" sz="2800">
              <a:solidFill>
                <a:srgbClr val="008BFF">
                  <a:lumMod val="75000"/>
                </a:srgbClr>
              </a:solidFill>
              <a:latin typeface="Times New Roman" panose="02020603050405020304" pitchFamily="18" charset="0"/>
              <a:ea typeface="仓耳玄三M W05" panose="02020400000000000000" charset="-128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74295" y="4055110"/>
            <a:ext cx="1644650" cy="711835"/>
          </a:xfrm>
          <a:prstGeom prst="rect">
            <a:avLst/>
          </a:prstGeom>
          <a:gradFill>
            <a:gsLst>
              <a:gs pos="0">
                <a:srgbClr val="00C2FF">
                  <a:lumMod val="5000"/>
                  <a:lumOff val="95000"/>
                </a:srgbClr>
              </a:gs>
              <a:gs pos="52000">
                <a:srgbClr val="00C2FF">
                  <a:lumMod val="30000"/>
                  <a:lumOff val="70000"/>
                </a:srgbClr>
              </a:gs>
            </a:gsLst>
            <a:lin ang="5400000" scaled="0"/>
          </a:gradFill>
          <a:ln w="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800">
                <a:solidFill>
                  <a:srgbClr val="008BFF">
                    <a:lumMod val="75000"/>
                  </a:srgbClr>
                </a:solidFill>
                <a:latin typeface="Times New Roman" panose="02020603050405020304" pitchFamily="18" charset="0"/>
                <a:ea typeface="仓耳玄三M W05" panose="02020400000000000000" charset="-128"/>
                <a:sym typeface="+mn-ea"/>
              </a:rPr>
              <a:t>其他参数</a:t>
            </a:r>
            <a:endParaRPr lang="en-US" altLang="zh-CN" sz="2800">
              <a:solidFill>
                <a:srgbClr val="008BFF">
                  <a:lumMod val="75000"/>
                </a:srgbClr>
              </a:solidFill>
              <a:latin typeface="Times New Roman" panose="02020603050405020304" pitchFamily="18" charset="0"/>
              <a:ea typeface="仓耳玄三M W05" panose="02020400000000000000" charset="-128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1763395" y="2266361"/>
            <a:ext cx="8760460" cy="2767238"/>
            <a:chOff x="1923" y="3665"/>
            <a:chExt cx="13137" cy="4349"/>
          </a:xfrm>
        </p:grpSpPr>
        <p:sp>
          <p:nvSpPr>
            <p:cNvPr id="96" name="任意多边形: 形状 7"/>
            <p:cNvSpPr/>
            <p:nvPr>
              <p:custDataLst>
                <p:tags r:id="rId32"/>
              </p:custDataLst>
            </p:nvPr>
          </p:nvSpPr>
          <p:spPr>
            <a:xfrm>
              <a:off x="1923" y="3665"/>
              <a:ext cx="13137" cy="4349"/>
            </a:xfrm>
            <a:custGeom>
              <a:avLst/>
              <a:gdLst>
                <a:gd name="connsiteX0" fmla="*/ 0 w 10969200"/>
                <a:gd name="connsiteY0" fmla="*/ 0 h 3529797"/>
                <a:gd name="connsiteX1" fmla="*/ 9748804 w 10969200"/>
                <a:gd name="connsiteY1" fmla="*/ 963548 h 3529797"/>
                <a:gd name="connsiteX2" fmla="*/ 10135800 w 10969200"/>
                <a:gd name="connsiteY2" fmla="*/ 955331 h 3529797"/>
                <a:gd name="connsiteX3" fmla="*/ 10135800 w 10969200"/>
                <a:gd name="connsiteY3" fmla="*/ 447619 h 3529797"/>
                <a:gd name="connsiteX4" fmla="*/ 10969200 w 10969200"/>
                <a:gd name="connsiteY4" fmla="*/ 1583634 h 3529797"/>
                <a:gd name="connsiteX5" fmla="*/ 10135800 w 10969200"/>
                <a:gd name="connsiteY5" fmla="*/ 2719649 h 3529797"/>
                <a:gd name="connsiteX6" fmla="*/ 10135800 w 10969200"/>
                <a:gd name="connsiteY6" fmla="*/ 2231548 h 3529797"/>
                <a:gd name="connsiteX7" fmla="*/ 8978224 w 10969200"/>
                <a:gd name="connsiteY7" fmla="*/ 2247545 h 3529797"/>
                <a:gd name="connsiteX8" fmla="*/ 0 w 10969200"/>
                <a:gd name="connsiteY8" fmla="*/ 3529797 h 352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69200" h="3529797">
                  <a:moveTo>
                    <a:pt x="0" y="0"/>
                  </a:moveTo>
                  <a:cubicBezTo>
                    <a:pt x="3063277" y="778525"/>
                    <a:pt x="6747271" y="1008367"/>
                    <a:pt x="9748804" y="963548"/>
                  </a:cubicBezTo>
                  <a:lnTo>
                    <a:pt x="10135800" y="955331"/>
                  </a:lnTo>
                  <a:lnTo>
                    <a:pt x="10135800" y="447619"/>
                  </a:lnTo>
                  <a:lnTo>
                    <a:pt x="10969200" y="1583634"/>
                  </a:lnTo>
                  <a:lnTo>
                    <a:pt x="10135800" y="2719649"/>
                  </a:lnTo>
                  <a:lnTo>
                    <a:pt x="10135800" y="2231548"/>
                  </a:lnTo>
                  <a:lnTo>
                    <a:pt x="8978224" y="2247545"/>
                  </a:lnTo>
                  <a:cubicBezTo>
                    <a:pt x="5793188" y="2320957"/>
                    <a:pt x="2580542" y="2619391"/>
                    <a:pt x="0" y="3529797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00C2FF">
                    <a:alpha val="70000"/>
                  </a:srgbClr>
                </a:gs>
                <a:gs pos="47000">
                  <a:srgbClr val="00C2FF">
                    <a:alpha val="20000"/>
                  </a:srgbClr>
                </a:gs>
                <a:gs pos="0">
                  <a:srgbClr val="00C2FF">
                    <a:alpha val="0"/>
                  </a:srgbClr>
                </a:gs>
              </a:gsLst>
              <a:lin ang="0" scaled="1"/>
              <a:tileRect/>
            </a:gradFill>
            <a:ln w="15875" cap="flat" cmpd="sng" algn="ctr">
              <a:gradFill flip="none" rotWithShape="1">
                <a:gsLst>
                  <a:gs pos="68000">
                    <a:srgbClr val="00C2FF">
                      <a:alpha val="100000"/>
                    </a:srgbClr>
                  </a:gs>
                  <a:gs pos="33000">
                    <a:srgbClr val="00C2FF">
                      <a:alpha val="40000"/>
                    </a:srgbClr>
                  </a:gs>
                  <a:gs pos="0">
                    <a:srgbClr val="00C2FF">
                      <a:alpha val="0"/>
                    </a:srgbClr>
                  </a:gs>
                  <a:gs pos="100000">
                    <a:srgbClr val="00C2FF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isian Regular" charset="0"/>
                <a:ea typeface="方正公文黑体" panose="02000500000000000000" charset="-122"/>
                <a:cs typeface="+mn-ea"/>
                <a:sym typeface="Parisian Regular" charset="0"/>
              </a:endParaRPr>
            </a:p>
          </p:txBody>
        </p:sp>
        <p:sp>
          <p:nvSpPr>
            <p:cNvPr id="97" name="序号"/>
            <p:cNvSpPr txBox="1"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3260" y="4658"/>
              <a:ext cx="1963" cy="2048"/>
            </a:xfrm>
            <a:prstGeom prst="ellipse">
              <a:avLst/>
            </a:prstGeom>
            <a:gradFill>
              <a:gsLst>
                <a:gs pos="0">
                  <a:srgbClr val="008BFF">
                    <a:alpha val="100000"/>
                  </a:srgbClr>
                </a:gs>
                <a:gs pos="63000">
                  <a:srgbClr val="008BFF">
                    <a:lumMod val="40000"/>
                    <a:lumOff val="60000"/>
                    <a:alpha val="100000"/>
                  </a:srgbClr>
                </a:gs>
                <a:gs pos="100000">
                  <a:srgbClr val="008BFF">
                    <a:lumMod val="20000"/>
                    <a:lumOff val="80000"/>
                    <a:alpha val="100000"/>
                  </a:srgbClr>
                </a:gs>
              </a:gsLst>
              <a:lin ang="13500000" scaled="1"/>
            </a:gradFill>
            <a:effectLst>
              <a:outerShdw blurRad="101600" dist="38100" dir="2700000" algn="tl" rotWithShape="0">
                <a:srgbClr val="008BFF">
                  <a:alpha val="50000"/>
                </a:srgbClr>
              </a:outerShdw>
            </a:effectLst>
          </p:spPr>
          <p:txBody>
            <a:bodyPr wrap="none" lIns="0" tIns="0" rIns="0" bIns="0" rtlCol="0" anchor="ctr">
              <a:noAutofit/>
            </a:bodyPr>
            <a:lstStyle>
              <a:defPPr>
                <a:defRPr lang="zh-CN"/>
              </a:defPPr>
              <a:lvl1pPr algn="ctr">
                <a:defRPr sz="3600" b="1">
                  <a:solidFill>
                    <a:srgbClr val="FFFFFF">
                      <a:alpha val="80000"/>
                    </a:srgbClr>
                  </a:solidFill>
                  <a:effectLst>
                    <a:outerShdw blurRad="50800" dist="63500" dir="2700000" algn="tl" rotWithShape="0">
                      <a:srgbClr val="00C2FF">
                        <a:lumMod val="75000"/>
                        <a:alpha val="40000"/>
                      </a:srgbClr>
                    </a:outerShdw>
                  </a:effectLst>
                  <a:latin typeface="演示流云楷" charset="0"/>
                  <a:ea typeface="演示流云楷" charset="0"/>
                </a:defRPr>
              </a:lvl1pPr>
            </a:lstStyle>
            <a:p>
              <a:pPr algn="ctr"/>
              <a:r>
                <a:rPr lang="zh-CN" altLang="en-US" sz="3200" b="1" dirty="0">
                  <a:solidFill>
                    <a:srgbClr val="FFFFFF"/>
                  </a:solidFill>
                  <a:latin typeface="汉仪菱心体简" panose="02010400000101010101" charset="-122"/>
                  <a:ea typeface="汉仪菱心体简" panose="02010400000101010101" charset="-122"/>
                  <a:cs typeface="汉仪菱心体简" panose="02010400000101010101" charset="-122"/>
                  <a:sym typeface="汉仪菱心体简" panose="02010400000101010101" charset="-122"/>
                </a:rPr>
                <a:t>系统</a:t>
              </a:r>
            </a:p>
            <a:p>
              <a:pPr algn="ctr"/>
              <a:r>
                <a:rPr lang="zh-CN" altLang="en-US" sz="3200" dirty="0">
                  <a:solidFill>
                    <a:srgbClr val="FFFFFF"/>
                  </a:solidFill>
                  <a:latin typeface="汉仪菱心体简" panose="02010400000101010101" charset="-122"/>
                  <a:ea typeface="汉仪菱心体简" panose="02010400000101010101" charset="-122"/>
                  <a:cs typeface="汉仪菱心体简" panose="02010400000101010101" charset="-122"/>
                  <a:sym typeface="+mn-ea"/>
                </a:rPr>
                <a:t>准备</a:t>
              </a:r>
              <a:endParaRPr lang="zh-CN" altLang="en-US" sz="3200" dirty="0">
                <a:solidFill>
                  <a:srgbClr val="FFFFFF"/>
                </a:solidFill>
                <a:effectLst>
                  <a:outerShdw blurRad="50800" dist="63500" dir="2700000" algn="tl" rotWithShape="0">
                    <a:srgbClr val="008BFF">
                      <a:lumMod val="75000"/>
                      <a:alpha val="40000"/>
                    </a:srgbClr>
                  </a:outerShdw>
                </a:effectLst>
                <a:latin typeface="汉仪菱心体简" panose="02010400000101010101" charset="-122"/>
                <a:ea typeface="汉仪菱心体简" panose="02010400000101010101" charset="-122"/>
                <a:cs typeface="汉仪菱心体简" panose="02010400000101010101" charset="-122"/>
                <a:sym typeface="+mn-ea"/>
              </a:endParaRPr>
            </a:p>
          </p:txBody>
        </p:sp>
        <p:sp>
          <p:nvSpPr>
            <p:cNvPr id="98" name="序号"/>
            <p:cNvSpPr txBox="1"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5358" y="4787"/>
              <a:ext cx="1992" cy="1770"/>
            </a:xfrm>
            <a:prstGeom prst="ellipse">
              <a:avLst/>
            </a:prstGeom>
            <a:gradFill>
              <a:gsLst>
                <a:gs pos="0">
                  <a:srgbClr val="00C2FF">
                    <a:alpha val="100000"/>
                  </a:srgbClr>
                </a:gs>
                <a:gs pos="63000">
                  <a:srgbClr val="00C2FF">
                    <a:lumMod val="40000"/>
                    <a:lumOff val="60000"/>
                    <a:alpha val="100000"/>
                  </a:srgbClr>
                </a:gs>
                <a:gs pos="100000">
                  <a:srgbClr val="00C2FF">
                    <a:lumMod val="20000"/>
                    <a:lumOff val="80000"/>
                    <a:alpha val="100000"/>
                  </a:srgbClr>
                </a:gs>
              </a:gsLst>
              <a:lin ang="13500000" scaled="1"/>
            </a:gradFill>
            <a:effectLst>
              <a:outerShdw blurRad="101600" dist="38100" dir="2700000" algn="tl" rotWithShape="0">
                <a:srgbClr val="00C2FF">
                  <a:alpha val="50000"/>
                </a:srgbClr>
              </a:outerShdw>
            </a:effectLst>
          </p:spPr>
          <p:txBody>
            <a:bodyPr wrap="none" lIns="0" tIns="0" rIns="0" bIns="0" rtlCol="0" anchor="ctr">
              <a:noAutofit/>
            </a:bodyPr>
            <a:lstStyle>
              <a:defPPr>
                <a:defRPr lang="zh-CN"/>
              </a:defPPr>
              <a:lvl1pPr algn="ctr">
                <a:defRPr sz="3600" b="1">
                  <a:solidFill>
                    <a:srgbClr val="FFFFFF">
                      <a:alpha val="80000"/>
                    </a:srgbClr>
                  </a:solidFill>
                  <a:effectLst>
                    <a:outerShdw blurRad="50800" dist="63500" dir="2700000" algn="tl" rotWithShape="0">
                      <a:srgbClr val="00C2FF">
                        <a:lumMod val="75000"/>
                        <a:alpha val="40000"/>
                      </a:srgbClr>
                    </a:outerShdw>
                  </a:effectLst>
                  <a:latin typeface="演示流云楷" charset="0"/>
                  <a:ea typeface="演示流云楷" charset="0"/>
                </a:defRPr>
              </a:lvl1pPr>
            </a:lstStyle>
            <a:p>
              <a:pPr algn="ctr"/>
              <a:r>
                <a:rPr lang="zh-CN" altLang="en-US" sz="3200" dirty="0">
                  <a:solidFill>
                    <a:srgbClr val="FFC000"/>
                  </a:solidFill>
                  <a:latin typeface="汉仪菱心体简" panose="02010400000101010101" charset="-122"/>
                  <a:ea typeface="汉仪菱心体简" panose="02010400000101010101" charset="-122"/>
                  <a:cs typeface="汉仪菱心体简" panose="02010400000101010101" charset="-122"/>
                  <a:sym typeface="+mn-ea"/>
                </a:rPr>
                <a:t>并发</a:t>
              </a:r>
            </a:p>
            <a:p>
              <a:pPr algn="ctr"/>
              <a:r>
                <a:rPr lang="zh-CN" altLang="en-US" sz="3200" dirty="0">
                  <a:solidFill>
                    <a:srgbClr val="FFC000"/>
                  </a:solidFill>
                  <a:latin typeface="汉仪菱心体简" panose="02010400000101010101" charset="-122"/>
                  <a:ea typeface="汉仪菱心体简" panose="02010400000101010101" charset="-122"/>
                  <a:cs typeface="汉仪菱心体简" panose="02010400000101010101" charset="-122"/>
                  <a:sym typeface="+mn-ea"/>
                </a:rPr>
                <a:t>出片</a:t>
              </a:r>
              <a:endParaRPr lang="zh-CN" altLang="en-US" sz="3200" dirty="0">
                <a:solidFill>
                  <a:srgbClr val="FFC000"/>
                </a:solidFill>
                <a:effectLst>
                  <a:outerShdw blurRad="50800" dist="63500" dir="2700000" algn="tl" rotWithShape="0">
                    <a:srgbClr val="00C2FF">
                      <a:lumMod val="75000"/>
                      <a:alpha val="40000"/>
                    </a:srgbClr>
                  </a:outerShdw>
                </a:effectLst>
                <a:latin typeface="汉仪菱心体简" panose="02010400000101010101" charset="-122"/>
                <a:ea typeface="汉仪菱心体简" panose="02010400000101010101" charset="-122"/>
                <a:cs typeface="汉仪菱心体简" panose="02010400000101010101" charset="-122"/>
                <a:sym typeface="+mn-ea"/>
              </a:endParaRPr>
            </a:p>
          </p:txBody>
        </p:sp>
        <p:sp>
          <p:nvSpPr>
            <p:cNvPr id="99" name="序号"/>
            <p:cNvSpPr txBox="1"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7484" y="4935"/>
              <a:ext cx="3329" cy="1429"/>
            </a:xfrm>
            <a:prstGeom prst="ellipse">
              <a:avLst/>
            </a:prstGeom>
            <a:gradFill>
              <a:gsLst>
                <a:gs pos="0">
                  <a:srgbClr val="008BFF">
                    <a:alpha val="100000"/>
                  </a:srgbClr>
                </a:gs>
                <a:gs pos="63000">
                  <a:srgbClr val="008BFF">
                    <a:lumMod val="40000"/>
                    <a:lumOff val="60000"/>
                    <a:alpha val="100000"/>
                  </a:srgbClr>
                </a:gs>
                <a:gs pos="100000">
                  <a:srgbClr val="008BFF">
                    <a:lumMod val="20000"/>
                    <a:lumOff val="80000"/>
                    <a:alpha val="100000"/>
                  </a:srgbClr>
                </a:gs>
              </a:gsLst>
              <a:lin ang="13500000" scaled="1"/>
            </a:gradFill>
            <a:effectLst>
              <a:outerShdw blurRad="101600" dist="38100" dir="2700000" algn="tl" rotWithShape="0">
                <a:srgbClr val="008BFF">
                  <a:alpha val="50000"/>
                </a:srgbClr>
              </a:outerShdw>
            </a:effectLst>
          </p:spPr>
          <p:txBody>
            <a:bodyPr wrap="none" lIns="0" tIns="0" rIns="0" bIns="0" rtlCol="0" anchor="ctr">
              <a:noAutofit/>
            </a:bodyPr>
            <a:lstStyle>
              <a:defPPr>
                <a:defRPr lang="zh-CN"/>
              </a:defPPr>
              <a:lvl1pPr algn="ctr">
                <a:defRPr sz="3600" b="1">
                  <a:solidFill>
                    <a:srgbClr val="FFFFFF">
                      <a:alpha val="80000"/>
                    </a:srgbClr>
                  </a:solidFill>
                  <a:effectLst>
                    <a:outerShdw blurRad="50800" dist="63500" dir="2700000" algn="tl" rotWithShape="0">
                      <a:srgbClr val="00C2FF">
                        <a:lumMod val="75000"/>
                        <a:alpha val="40000"/>
                      </a:srgbClr>
                    </a:outerShdw>
                  </a:effectLst>
                  <a:latin typeface="演示流云楷" charset="0"/>
                  <a:ea typeface="演示流云楷" charset="0"/>
                </a:defRPr>
              </a:lvl1pPr>
            </a:lstStyle>
            <a:p>
              <a:pPr algn="ctr"/>
              <a:r>
                <a:rPr lang="zh-CN" altLang="en-US" sz="3200" dirty="0">
                  <a:solidFill>
                    <a:srgbClr val="FFFFFF"/>
                  </a:solidFill>
                  <a:latin typeface="汉仪菱心体简" panose="02010400000101010101" charset="-122"/>
                  <a:ea typeface="汉仪菱心体简" panose="02010400000101010101" charset="-122"/>
                  <a:cs typeface="汉仪菱心体简" panose="02010400000101010101" charset="-122"/>
                  <a:sym typeface="+mn-ea"/>
                </a:rPr>
                <a:t>系统调度</a:t>
              </a:r>
            </a:p>
          </p:txBody>
        </p:sp>
        <p:sp>
          <p:nvSpPr>
            <p:cNvPr id="103" name="序号"/>
            <p:cNvSpPr txBox="1"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1923" y="4053"/>
              <a:ext cx="1114" cy="3509"/>
            </a:xfrm>
            <a:prstGeom prst="ellipse">
              <a:avLst/>
            </a:prstGeom>
            <a:gradFill>
              <a:gsLst>
                <a:gs pos="0">
                  <a:srgbClr val="00C2FF">
                    <a:alpha val="100000"/>
                  </a:srgbClr>
                </a:gs>
                <a:gs pos="63000">
                  <a:srgbClr val="00C2FF">
                    <a:lumMod val="40000"/>
                    <a:lumOff val="60000"/>
                    <a:alpha val="100000"/>
                  </a:srgbClr>
                </a:gs>
                <a:gs pos="100000">
                  <a:srgbClr val="00C2FF">
                    <a:lumMod val="20000"/>
                    <a:lumOff val="80000"/>
                    <a:alpha val="100000"/>
                  </a:srgbClr>
                </a:gs>
              </a:gsLst>
              <a:lin ang="13500000" scaled="1"/>
            </a:gradFill>
            <a:effectLst>
              <a:outerShdw blurRad="101600" dist="38100" dir="2700000" algn="tl" rotWithShape="0">
                <a:srgbClr val="00C2FF">
                  <a:alpha val="50000"/>
                </a:srgbClr>
              </a:outerShdw>
            </a:effectLst>
          </p:spPr>
          <p:txBody>
            <a:bodyPr vert="eaVert" wrap="none" lIns="0" tIns="0" rIns="0" bIns="0" rtlCol="0" anchor="ctr">
              <a:noAutofit/>
            </a:bodyPr>
            <a:lstStyle>
              <a:defPPr>
                <a:defRPr lang="zh-CN"/>
              </a:defPPr>
              <a:lvl1pPr algn="ctr">
                <a:defRPr sz="3600" b="1">
                  <a:solidFill>
                    <a:srgbClr val="FFFFFF">
                      <a:alpha val="80000"/>
                    </a:srgbClr>
                  </a:solidFill>
                  <a:effectLst>
                    <a:outerShdw blurRad="50800" dist="63500" dir="2700000" algn="tl" rotWithShape="0">
                      <a:srgbClr val="00C2FF">
                        <a:lumMod val="75000"/>
                        <a:alpha val="40000"/>
                      </a:srgbClr>
                    </a:outerShdw>
                  </a:effectLst>
                  <a:latin typeface="演示流云楷" charset="0"/>
                  <a:ea typeface="演示流云楷" charset="0"/>
                </a:defRPr>
              </a:lvl1pPr>
            </a:lstStyle>
            <a:p>
              <a:pPr algn="ctr">
                <a:buClrTx/>
                <a:buSzTx/>
                <a:buNone/>
              </a:pPr>
              <a:r>
                <a:rPr lang="zh-CN" altLang="en-US" sz="3200" dirty="0">
                  <a:solidFill>
                    <a:srgbClr val="FFFFFF"/>
                  </a:solidFill>
                  <a:latin typeface="汉仪菱心体简" panose="02010400000101010101" charset="-122"/>
                  <a:ea typeface="汉仪菱心体简" panose="02010400000101010101" charset="-122"/>
                  <a:cs typeface="汉仪菱心体简" panose="02010400000101010101" charset="-122"/>
                  <a:sym typeface="汉仪颜楷简" panose="00020600040101010101" charset="-122"/>
                </a:rPr>
                <a:t>输入配置</a:t>
              </a:r>
              <a:endParaRPr lang="zh-CN" altLang="en-US" sz="3200" dirty="0">
                <a:solidFill>
                  <a:srgbClr val="FFFFFF"/>
                </a:solidFill>
                <a:effectLst>
                  <a:outerShdw blurRad="50800" dist="63500" dir="2700000" algn="tl" rotWithShape="0">
                    <a:srgbClr val="00C2FF">
                      <a:lumMod val="75000"/>
                      <a:alpha val="40000"/>
                    </a:srgbClr>
                  </a:outerShdw>
                </a:effectLst>
                <a:latin typeface="汉仪菱心体简" panose="02010400000101010101" charset="-122"/>
                <a:ea typeface="汉仪菱心体简" panose="02010400000101010101" charset="-122"/>
                <a:cs typeface="汉仪菱心体简" panose="02010400000101010101" charset="-122"/>
                <a:sym typeface="汉仪颜楷简" panose="00020600040101010101" charset="-122"/>
              </a:endParaRPr>
            </a:p>
          </p:txBody>
        </p:sp>
        <p:sp>
          <p:nvSpPr>
            <p:cNvPr id="106" name="序号"/>
            <p:cNvSpPr txBox="1"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10947" y="4909"/>
              <a:ext cx="3460" cy="1430"/>
            </a:xfrm>
            <a:prstGeom prst="ellipse">
              <a:avLst/>
            </a:prstGeom>
            <a:gradFill>
              <a:gsLst>
                <a:gs pos="0">
                  <a:srgbClr val="00C2FF">
                    <a:alpha val="100000"/>
                  </a:srgbClr>
                </a:gs>
                <a:gs pos="63000">
                  <a:srgbClr val="00C2FF">
                    <a:lumMod val="40000"/>
                    <a:lumOff val="60000"/>
                    <a:alpha val="100000"/>
                  </a:srgbClr>
                </a:gs>
                <a:gs pos="100000">
                  <a:srgbClr val="00C2FF">
                    <a:lumMod val="20000"/>
                    <a:lumOff val="80000"/>
                    <a:alpha val="100000"/>
                  </a:srgbClr>
                </a:gs>
              </a:gsLst>
              <a:lin ang="13500000" scaled="1"/>
            </a:gradFill>
            <a:effectLst>
              <a:outerShdw blurRad="101600" dist="38100" dir="2700000" algn="tl" rotWithShape="0">
                <a:srgbClr val="00C2FF">
                  <a:alpha val="50000"/>
                </a:srgbClr>
              </a:outerShdw>
            </a:effectLst>
          </p:spPr>
          <p:txBody>
            <a:bodyPr wrap="none" lIns="0" tIns="0" rIns="0" bIns="0" rtlCol="0" anchor="ctr">
              <a:noAutofit/>
            </a:bodyPr>
            <a:lstStyle>
              <a:defPPr>
                <a:defRPr lang="zh-CN"/>
              </a:defPPr>
              <a:lvl1pPr algn="ctr">
                <a:defRPr sz="3600" b="1">
                  <a:solidFill>
                    <a:srgbClr val="FFFFFF">
                      <a:alpha val="80000"/>
                    </a:srgbClr>
                  </a:solidFill>
                  <a:effectLst>
                    <a:outerShdw blurRad="50800" dist="63500" dir="2700000" algn="tl" rotWithShape="0">
                      <a:srgbClr val="00C2FF">
                        <a:lumMod val="75000"/>
                        <a:alpha val="40000"/>
                      </a:srgbClr>
                    </a:outerShdw>
                  </a:effectLst>
                  <a:latin typeface="演示流云楷" charset="0"/>
                  <a:ea typeface="演示流云楷" charset="0"/>
                </a:defRPr>
              </a:lvl1pPr>
            </a:lstStyle>
            <a:p>
              <a:pPr algn="ctr"/>
              <a:r>
                <a:rPr lang="zh-CN" altLang="en-US" sz="3200" dirty="0">
                  <a:solidFill>
                    <a:srgbClr val="FFFFFF"/>
                  </a:solidFill>
                  <a:latin typeface="汉仪菱心体简" panose="02010400000101010101" charset="-122"/>
                  <a:ea typeface="汉仪菱心体简" panose="02010400000101010101" charset="-122"/>
                  <a:cs typeface="汉仪菱心体简" panose="02010400000101010101" charset="-122"/>
                  <a:sym typeface="+mn-ea"/>
                </a:rPr>
                <a:t>系统结束</a:t>
              </a:r>
              <a:endParaRPr lang="zh-CN" altLang="en-US" sz="3200" dirty="0">
                <a:solidFill>
                  <a:srgbClr val="FFFFFF"/>
                </a:solidFill>
                <a:effectLst>
                  <a:outerShdw blurRad="50800" dist="63500" dir="2700000" algn="tl" rotWithShape="0">
                    <a:srgbClr val="00C2FF">
                      <a:lumMod val="75000"/>
                      <a:alpha val="40000"/>
                    </a:srgbClr>
                  </a:outerShdw>
                </a:effectLst>
                <a:latin typeface="汉仪菱心体简" panose="02010400000101010101" charset="-122"/>
                <a:ea typeface="汉仪菱心体简" panose="02010400000101010101" charset="-122"/>
                <a:cs typeface="汉仪菱心体简" panose="02010400000101010101" charset="-122"/>
                <a:sym typeface="+mn-ea"/>
              </a:endParaRPr>
            </a:p>
          </p:txBody>
        </p:sp>
      </p:grpSp>
      <p:sp>
        <p:nvSpPr>
          <p:cNvPr id="164" name="标题"/>
          <p:cNvSpPr txBox="1"/>
          <p:nvPr>
            <p:custDataLst>
              <p:tags r:id="rId16"/>
            </p:custDataLst>
          </p:nvPr>
        </p:nvSpPr>
        <p:spPr>
          <a:xfrm>
            <a:off x="10568305" y="2672080"/>
            <a:ext cx="1577975" cy="1643380"/>
          </a:xfrm>
          <a:prstGeom prst="roundRect">
            <a:avLst>
              <a:gd name="adj" fmla="val 33026"/>
            </a:avLst>
          </a:prstGeom>
          <a:gradFill flip="none" rotWithShape="1">
            <a:gsLst>
              <a:gs pos="54000">
                <a:srgbClr val="FFFFFF"/>
              </a:gs>
              <a:gs pos="0">
                <a:srgbClr val="DBE4F5"/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ctr">
              <a:buClrTx/>
              <a:buSzTx/>
              <a:buNone/>
            </a:pPr>
            <a:r>
              <a:rPr lang="zh-CN" altLang="en-US" sz="2400" b="0">
                <a:latin typeface="汉仪菱心体简" panose="02010400000101010101" charset="-122"/>
                <a:ea typeface="汉仪菱心体简" panose="02010400000101010101" charset="-122"/>
                <a:sym typeface="+mn-ea"/>
              </a:rPr>
              <a:t>输出JSON调度</a:t>
            </a:r>
            <a:endParaRPr lang="zh-CN" altLang="en-US" sz="2400" b="0">
              <a:latin typeface="汉仪菱心体简" panose="02010400000101010101" charset="-122"/>
              <a:ea typeface="汉仪菱心体简" panose="02010400000101010101" charset="-122"/>
              <a:sym typeface="汉仪菱心体简" panose="02010400000101010101" charset="-122"/>
            </a:endParaRPr>
          </a:p>
          <a:p>
            <a:pPr algn="ctr">
              <a:buClrTx/>
              <a:buSzTx/>
              <a:buNone/>
            </a:pPr>
            <a:r>
              <a:rPr lang="zh-CN" altLang="en-US" sz="2400" b="0">
                <a:latin typeface="汉仪菱心体简" panose="02010400000101010101" charset="-122"/>
                <a:ea typeface="汉仪菱心体简" panose="02010400000101010101" charset="-122"/>
                <a:sym typeface="+mn-ea"/>
              </a:rPr>
              <a:t>信息</a:t>
            </a:r>
          </a:p>
        </p:txBody>
      </p:sp>
      <p:sp>
        <p:nvSpPr>
          <p:cNvPr id="166" name="Freeform 12"/>
          <p:cNvSpPr/>
          <p:nvPr>
            <p:custDataLst>
              <p:tags r:id="rId17"/>
            </p:custDataLst>
          </p:nvPr>
        </p:nvSpPr>
        <p:spPr bwMode="auto">
          <a:xfrm>
            <a:off x="3989705" y="1568450"/>
            <a:ext cx="1885950" cy="723900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rgbClr val="376FFF">
                  <a:lumMod val="20000"/>
                  <a:lumOff val="80000"/>
                  <a:alpha val="0"/>
                </a:srgbClr>
              </a:gs>
              <a:gs pos="65000">
                <a:srgbClr val="376FFF">
                  <a:lumMod val="20000"/>
                  <a:lumOff val="80000"/>
                  <a:alpha val="48000"/>
                </a:srgbClr>
              </a:gs>
              <a:gs pos="100000">
                <a:srgbClr val="376FFF">
                  <a:lumMod val="20000"/>
                  <a:lumOff val="80000"/>
                  <a:alpha val="87000"/>
                </a:srgb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67" name="Oval 16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194175" y="998855"/>
            <a:ext cx="1477010" cy="1139190"/>
          </a:xfrm>
          <a:prstGeom prst="ellipse">
            <a:avLst/>
          </a:prstGeom>
          <a:gradFill flip="none" rotWithShape="1">
            <a:gsLst>
              <a:gs pos="0">
                <a:srgbClr val="376FFF">
                  <a:lumMod val="60000"/>
                  <a:lumOff val="40000"/>
                </a:srgbClr>
              </a:gs>
              <a:gs pos="70000">
                <a:srgbClr val="376FFF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rgbClr val="376FFF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sym typeface="+mn-ea"/>
              </a:rPr>
              <a:t>时间表更新</a:t>
            </a:r>
            <a:endParaRPr lang="zh-CN" altLang="en-US" sz="2400" b="1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9" name="Oval 18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271424" y="2138255"/>
            <a:ext cx="110998" cy="109645"/>
          </a:xfrm>
          <a:prstGeom prst="ellipse">
            <a:avLst/>
          </a:prstGeom>
          <a:gradFill>
            <a:gsLst>
              <a:gs pos="0">
                <a:srgbClr val="376FFF"/>
              </a:gs>
              <a:gs pos="100000">
                <a:srgbClr val="376FFF">
                  <a:lumMod val="80000"/>
                  <a:lumOff val="2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>
            <a:gradFill>
              <a:gsLst>
                <a:gs pos="0">
                  <a:srgbClr val="FFFFFF"/>
                </a:gs>
                <a:gs pos="53000">
                  <a:srgbClr val="FFFFFF">
                    <a:alpha val="0"/>
                  </a:srgbClr>
                </a:gs>
              </a:gsLst>
              <a:lin ang="16200000" scaled="0"/>
            </a:gradFill>
            <a:prstDash val="solid"/>
            <a:miter/>
          </a:ln>
          <a:effectLst>
            <a:outerShdw blurRad="342900" sx="102000" sy="102000" algn="ctr" rotWithShape="0">
              <a:srgbClr val="376FFF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431800" tIns="647700" rIns="431800" bIns="288290" numCol="1" spcCol="0" rtlCol="0" fromWordArt="0" anchor="ctr" anchorCtr="0" forceAA="0" compatLnSpc="1">
            <a:normAutofit fontScale="25000" lnSpcReduction="20000"/>
          </a:bodyPr>
          <a:lstStyle/>
          <a:p>
            <a:pPr algn="ctr"/>
            <a:endParaRPr lang="en-US" b="1" spc="130">
              <a:latin typeface="华文中宋" panose="02010600040101010101" charset="-122"/>
              <a:ea typeface="+mj-ea"/>
              <a:cs typeface="+mj-ea"/>
            </a:endParaRPr>
          </a:p>
        </p:txBody>
      </p:sp>
      <p:sp>
        <p:nvSpPr>
          <p:cNvPr id="194" name="Freeform 12"/>
          <p:cNvSpPr/>
          <p:nvPr>
            <p:custDataLst>
              <p:tags r:id="rId20"/>
            </p:custDataLst>
          </p:nvPr>
        </p:nvSpPr>
        <p:spPr bwMode="auto">
          <a:xfrm>
            <a:off x="5661025" y="1568450"/>
            <a:ext cx="1885950" cy="723900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rgbClr val="17D594">
                  <a:lumMod val="20000"/>
                  <a:lumOff val="80000"/>
                  <a:alpha val="0"/>
                </a:srgbClr>
              </a:gs>
              <a:gs pos="65000">
                <a:srgbClr val="17D594">
                  <a:lumMod val="20000"/>
                  <a:lumOff val="80000"/>
                  <a:alpha val="48000"/>
                </a:srgbClr>
              </a:gs>
              <a:gs pos="100000">
                <a:srgbClr val="17D594">
                  <a:lumMod val="20000"/>
                  <a:lumOff val="80000"/>
                  <a:alpha val="87000"/>
                </a:srgb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5" name="Oval 16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865495" y="998855"/>
            <a:ext cx="1477010" cy="1139190"/>
          </a:xfrm>
          <a:prstGeom prst="ellipse">
            <a:avLst/>
          </a:prstGeom>
          <a:gradFill flip="none" rotWithShape="1">
            <a:gsLst>
              <a:gs pos="0">
                <a:srgbClr val="17D594">
                  <a:lumMod val="60000"/>
                  <a:lumOff val="40000"/>
                </a:srgbClr>
              </a:gs>
              <a:gs pos="70000">
                <a:srgbClr val="17D594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rgbClr val="17D594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动作链拆分</a:t>
            </a:r>
          </a:p>
        </p:txBody>
      </p:sp>
      <p:sp>
        <p:nvSpPr>
          <p:cNvPr id="171" name="Oval 18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6548678" y="2225250"/>
            <a:ext cx="110998" cy="109645"/>
          </a:xfrm>
          <a:prstGeom prst="ellipse">
            <a:avLst/>
          </a:prstGeom>
          <a:gradFill flip="none" rotWithShape="1">
            <a:gsLst>
              <a:gs pos="0">
                <a:srgbClr val="17D594">
                  <a:lumMod val="60000"/>
                  <a:lumOff val="40000"/>
                </a:srgbClr>
              </a:gs>
              <a:gs pos="70000">
                <a:srgbClr val="17D594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rgbClr val="17D594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3765"/>
            <a:endParaRPr lang="en-US" sz="2000" b="1">
              <a:solidFill>
                <a:srgbClr val="FFFFFF"/>
              </a:solidFill>
            </a:endParaRPr>
          </a:p>
        </p:txBody>
      </p:sp>
      <p:sp>
        <p:nvSpPr>
          <p:cNvPr id="172" name="Freeform 12"/>
          <p:cNvSpPr/>
          <p:nvPr>
            <p:custDataLst>
              <p:tags r:id="rId23"/>
            </p:custDataLst>
          </p:nvPr>
        </p:nvSpPr>
        <p:spPr bwMode="auto">
          <a:xfrm>
            <a:off x="7337425" y="1568450"/>
            <a:ext cx="1885950" cy="723900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rgbClr val="376FFF">
                  <a:lumMod val="20000"/>
                  <a:lumOff val="80000"/>
                  <a:alpha val="0"/>
                </a:srgbClr>
              </a:gs>
              <a:gs pos="65000">
                <a:srgbClr val="376FFF">
                  <a:lumMod val="20000"/>
                  <a:lumOff val="80000"/>
                  <a:alpha val="48000"/>
                </a:srgbClr>
              </a:gs>
              <a:gs pos="100000">
                <a:srgbClr val="376FFF">
                  <a:lumMod val="20000"/>
                  <a:lumOff val="80000"/>
                  <a:alpha val="87000"/>
                </a:srgb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73" name="Oval 16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7541895" y="998855"/>
            <a:ext cx="1477010" cy="1139190"/>
          </a:xfrm>
          <a:prstGeom prst="ellipse">
            <a:avLst/>
          </a:prstGeom>
          <a:gradFill flip="none" rotWithShape="1">
            <a:gsLst>
              <a:gs pos="0">
                <a:srgbClr val="376FFF">
                  <a:lumMod val="60000"/>
                  <a:lumOff val="40000"/>
                </a:srgbClr>
              </a:gs>
              <a:gs pos="70000">
                <a:srgbClr val="376FFF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rgbClr val="376FFF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多步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预测</a:t>
            </a:r>
          </a:p>
        </p:txBody>
      </p:sp>
      <p:sp>
        <p:nvSpPr>
          <p:cNvPr id="175" name="Oval 18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691776" y="2115395"/>
            <a:ext cx="110998" cy="109645"/>
          </a:xfrm>
          <a:prstGeom prst="ellipse">
            <a:avLst/>
          </a:prstGeom>
          <a:gradFill>
            <a:gsLst>
              <a:gs pos="0">
                <a:srgbClr val="376FFF"/>
              </a:gs>
              <a:gs pos="100000">
                <a:srgbClr val="376FFF">
                  <a:lumMod val="80000"/>
                  <a:lumOff val="2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>
            <a:gradFill>
              <a:gsLst>
                <a:gs pos="0">
                  <a:srgbClr val="FFFFFF"/>
                </a:gs>
                <a:gs pos="53000">
                  <a:srgbClr val="FFFFFF">
                    <a:alpha val="0"/>
                  </a:srgbClr>
                </a:gs>
              </a:gsLst>
              <a:lin ang="16200000" scaled="0"/>
            </a:gradFill>
            <a:prstDash val="solid"/>
            <a:miter/>
          </a:ln>
          <a:effectLst>
            <a:outerShdw blurRad="342900" sx="102000" sy="102000" algn="ctr" rotWithShape="0">
              <a:srgbClr val="376FFF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431800" tIns="647700" rIns="431800" bIns="288290" numCol="1" spcCol="0" rtlCol="0" fromWordArt="0" anchor="ctr" anchorCtr="0" forceAA="0" compatLnSpc="1">
            <a:normAutofit fontScale="25000" lnSpcReduction="20000"/>
          </a:bodyPr>
          <a:lstStyle/>
          <a:p>
            <a:pPr algn="ctr"/>
            <a:endParaRPr lang="en-US" b="1" spc="130">
              <a:latin typeface="华文中宋" panose="02010600040101010101" charset="-122"/>
              <a:ea typeface="+mj-ea"/>
              <a:cs typeface="+mj-ea"/>
            </a:endParaRPr>
          </a:p>
        </p:txBody>
      </p:sp>
      <p:sp>
        <p:nvSpPr>
          <p:cNvPr id="176" name="任意多边形 175"/>
          <p:cNvSpPr/>
          <p:nvPr/>
        </p:nvSpPr>
        <p:spPr>
          <a:xfrm rot="10800000">
            <a:off x="5102860" y="2296795"/>
            <a:ext cx="2905125" cy="641985"/>
          </a:xfrm>
          <a:custGeom>
            <a:avLst/>
            <a:gdLst>
              <a:gd name="connsiteX0" fmla="*/ 2245 w 4575"/>
              <a:gd name="connsiteY0" fmla="*/ 0 h 1011"/>
              <a:gd name="connsiteX1" fmla="*/ 3725 w 4575"/>
              <a:gd name="connsiteY1" fmla="*/ 376 h 1011"/>
              <a:gd name="connsiteX2" fmla="*/ 2741 w 4575"/>
              <a:gd name="connsiteY2" fmla="*/ 368 h 1011"/>
              <a:gd name="connsiteX3" fmla="*/ 4575 w 4575"/>
              <a:gd name="connsiteY3" fmla="*/ 1011 h 1011"/>
              <a:gd name="connsiteX4" fmla="*/ 0 w 4575"/>
              <a:gd name="connsiteY4" fmla="*/ 1000 h 1011"/>
              <a:gd name="connsiteX5" fmla="*/ 1757 w 4575"/>
              <a:gd name="connsiteY5" fmla="*/ 368 h 1011"/>
              <a:gd name="connsiteX6" fmla="*/ 805 w 4575"/>
              <a:gd name="connsiteY6" fmla="*/ 368 h 1011"/>
              <a:gd name="connsiteX7" fmla="*/ 2245 w 4575"/>
              <a:gd name="connsiteY7" fmla="*/ 0 h 1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5" h="1011">
                <a:moveTo>
                  <a:pt x="2245" y="0"/>
                </a:moveTo>
                <a:lnTo>
                  <a:pt x="3725" y="376"/>
                </a:lnTo>
                <a:lnTo>
                  <a:pt x="2741" y="368"/>
                </a:lnTo>
                <a:cubicBezTo>
                  <a:pt x="2954" y="799"/>
                  <a:pt x="3871" y="789"/>
                  <a:pt x="4575" y="1011"/>
                </a:cubicBezTo>
                <a:lnTo>
                  <a:pt x="0" y="1000"/>
                </a:lnTo>
                <a:cubicBezTo>
                  <a:pt x="703" y="778"/>
                  <a:pt x="1813" y="760"/>
                  <a:pt x="1757" y="368"/>
                </a:cubicBezTo>
                <a:lnTo>
                  <a:pt x="805" y="368"/>
                </a:lnTo>
                <a:lnTo>
                  <a:pt x="2245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70000"/>
                </a:schemeClr>
              </a:gs>
              <a:gs pos="47000">
                <a:schemeClr val="accent1">
                  <a:alpha val="20000"/>
                </a:schemeClr>
              </a:gs>
              <a:gs pos="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8" name="环形箭头 177"/>
          <p:cNvSpPr/>
          <p:nvPr/>
        </p:nvSpPr>
        <p:spPr>
          <a:xfrm rot="10800000">
            <a:off x="4955540" y="2513330"/>
            <a:ext cx="3322320" cy="2719705"/>
          </a:xfrm>
          <a:prstGeom prst="circularArrow">
            <a:avLst>
              <a:gd name="adj1" fmla="val 19444"/>
              <a:gd name="adj2" fmla="val 1200203"/>
              <a:gd name="adj3" fmla="val 20431569"/>
              <a:gd name="adj4" fmla="val 10800000"/>
              <a:gd name="adj5" fmla="val 23050"/>
            </a:avLst>
          </a:prstGeom>
          <a:gradFill>
            <a:gsLst>
              <a:gs pos="100000">
                <a:schemeClr val="accent1">
                  <a:alpha val="70000"/>
                </a:schemeClr>
              </a:gs>
              <a:gs pos="28000">
                <a:schemeClr val="accent1">
                  <a:alpha val="20000"/>
                </a:schemeClr>
              </a:gs>
              <a:gs pos="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5561965" y="4076065"/>
            <a:ext cx="6153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FFFF"/>
                </a:solidFill>
                <a:effectLst>
                  <a:outerShdw blurRad="50800" dist="63500" dir="2700000" algn="tl" rotWithShape="0">
                    <a:srgbClr val="00C2FF">
                      <a:lumMod val="75000"/>
                      <a:alpha val="40000"/>
                    </a:srgbClr>
                  </a:outerShdw>
                </a:effectLst>
                <a:latin typeface="汉仪菱心体简" panose="02010400000101010101" charset="-122"/>
                <a:ea typeface="汉仪菱心体简" panose="02010400000101010101" charset="-122"/>
                <a:cs typeface="汉仪菱心体简" panose="02010400000101010101" charset="-122"/>
                <a:sym typeface="汉仪菱心体简" panose="02010400000101010101" charset="-122"/>
              </a:rPr>
              <a:t>外</a:t>
            </a:r>
            <a:endParaRPr lang="zh-CN" altLang="en-US" sz="2800"/>
          </a:p>
        </p:txBody>
      </p:sp>
      <p:sp>
        <p:nvSpPr>
          <p:cNvPr id="180" name="文本框 179"/>
          <p:cNvSpPr txBox="1"/>
          <p:nvPr/>
        </p:nvSpPr>
        <p:spPr>
          <a:xfrm>
            <a:off x="6089650" y="4269740"/>
            <a:ext cx="4679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FFFF"/>
                </a:solidFill>
                <a:effectLst>
                  <a:outerShdw blurRad="50800" dist="63500" dir="2700000" algn="tl" rotWithShape="0">
                    <a:srgbClr val="00C2FF">
                      <a:lumMod val="75000"/>
                      <a:alpha val="40000"/>
                    </a:srgbClr>
                  </a:outerShdw>
                </a:effectLst>
                <a:latin typeface="汉仪菱心体简" panose="02010400000101010101" charset="-122"/>
                <a:ea typeface="汉仪菱心体简" panose="02010400000101010101" charset="-122"/>
                <a:cs typeface="汉仪菱心体简" panose="02010400000101010101" charset="-122"/>
                <a:sym typeface="汉仪菱心体简" panose="02010400000101010101" charset="-122"/>
              </a:rPr>
              <a:t>层</a:t>
            </a:r>
          </a:p>
        </p:txBody>
      </p:sp>
      <p:sp>
        <p:nvSpPr>
          <p:cNvPr id="181" name="文本框 180"/>
          <p:cNvSpPr txBox="1"/>
          <p:nvPr/>
        </p:nvSpPr>
        <p:spPr>
          <a:xfrm>
            <a:off x="6713855" y="4277360"/>
            <a:ext cx="5689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FFFF"/>
                </a:solidFill>
                <a:effectLst>
                  <a:outerShdw blurRad="50800" dist="63500" dir="2700000" algn="tl" rotWithShape="0">
                    <a:srgbClr val="00C2FF">
                      <a:lumMod val="75000"/>
                      <a:alpha val="40000"/>
                    </a:srgbClr>
                  </a:outerShdw>
                </a:effectLst>
                <a:latin typeface="汉仪菱心体简" panose="02010400000101010101" charset="-122"/>
                <a:ea typeface="汉仪菱心体简" panose="02010400000101010101" charset="-122"/>
                <a:cs typeface="汉仪菱心体简" panose="02010400000101010101" charset="-122"/>
                <a:sym typeface="汉仪菱心体简" panose="02010400000101010101" charset="-122"/>
              </a:rPr>
              <a:t>优</a:t>
            </a:r>
          </a:p>
        </p:txBody>
      </p:sp>
      <p:sp>
        <p:nvSpPr>
          <p:cNvPr id="182" name="文本框 181"/>
          <p:cNvSpPr txBox="1"/>
          <p:nvPr/>
        </p:nvSpPr>
        <p:spPr>
          <a:xfrm>
            <a:off x="7171690" y="3983990"/>
            <a:ext cx="6299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FFFF"/>
                </a:solidFill>
                <a:effectLst>
                  <a:outerShdw blurRad="50800" dist="63500" dir="2700000" algn="tl" rotWithShape="0">
                    <a:srgbClr val="00C2FF">
                      <a:lumMod val="75000"/>
                      <a:alpha val="40000"/>
                    </a:srgbClr>
                  </a:outerShdw>
                </a:effectLst>
                <a:latin typeface="汉仪菱心体简" panose="02010400000101010101" charset="-122"/>
                <a:ea typeface="汉仪菱心体简" panose="02010400000101010101" charset="-122"/>
                <a:cs typeface="汉仪菱心体简" panose="02010400000101010101" charset="-122"/>
                <a:sym typeface="汉仪菱心体简" panose="02010400000101010101" charset="-122"/>
              </a:rPr>
              <a:t>化</a:t>
            </a:r>
          </a:p>
        </p:txBody>
      </p:sp>
      <p:sp>
        <p:nvSpPr>
          <p:cNvPr id="183" name="Oval 18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6307744" y="4767155"/>
            <a:ext cx="110998" cy="109645"/>
          </a:xfrm>
          <a:prstGeom prst="ellipse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 w="9525" cap="flat">
            <a:gradFill>
              <a:gsLst>
                <a:gs pos="0">
                  <a:srgbClr val="FFFFFF"/>
                </a:gs>
                <a:gs pos="53000">
                  <a:srgbClr val="FFFFFF">
                    <a:alpha val="0"/>
                  </a:srgbClr>
                </a:gs>
              </a:gsLst>
              <a:lin ang="16200000" scaled="0"/>
            </a:gradFill>
            <a:prstDash val="solid"/>
            <a:miter/>
          </a:ln>
          <a:effectLst>
            <a:outerShdw blurRad="342900" sx="102000" sy="102000" algn="ctr" rotWithShape="0">
              <a:srgbClr val="376FFF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431800" tIns="647700" rIns="431800" bIns="288290" numCol="1" spcCol="0" rtlCol="0" fromWordArt="0" anchor="ctr" anchorCtr="0" forceAA="0" compatLnSpc="1">
            <a:normAutofit fontScale="25000" lnSpcReduction="20000"/>
          </a:bodyPr>
          <a:lstStyle/>
          <a:p>
            <a:pPr algn="ctr"/>
            <a:endParaRPr lang="en-US" b="1" spc="130">
              <a:latin typeface="华文中宋" panose="02010600040101010101" charset="-122"/>
              <a:ea typeface="+mj-ea"/>
              <a:cs typeface="+mj-ea"/>
            </a:endParaRPr>
          </a:p>
        </p:txBody>
      </p:sp>
      <p:sp>
        <p:nvSpPr>
          <p:cNvPr id="184" name="Oval 18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770024" y="4767155"/>
            <a:ext cx="110998" cy="109645"/>
          </a:xfrm>
          <a:prstGeom prst="ellipse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 w="9525" cap="flat">
            <a:gradFill>
              <a:gsLst>
                <a:gs pos="0">
                  <a:srgbClr val="FFFFFF"/>
                </a:gs>
                <a:gs pos="53000">
                  <a:srgbClr val="FFFFFF">
                    <a:alpha val="0"/>
                  </a:srgbClr>
                </a:gs>
              </a:gsLst>
              <a:lin ang="16200000" scaled="0"/>
            </a:gradFill>
            <a:prstDash val="solid"/>
            <a:miter/>
          </a:ln>
          <a:effectLst>
            <a:outerShdw blurRad="342900" sx="102000" sy="102000" algn="ctr" rotWithShape="0">
              <a:srgbClr val="376FFF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431800" tIns="647700" rIns="431800" bIns="288290" numCol="1" spcCol="0" rtlCol="0" fromWordArt="0" anchor="ctr" anchorCtr="0" forceAA="0" compatLnSpc="1">
            <a:normAutofit fontScale="25000" lnSpcReduction="20000"/>
          </a:bodyPr>
          <a:lstStyle/>
          <a:p>
            <a:pPr algn="ctr"/>
            <a:endParaRPr lang="en-US" b="1" spc="130">
              <a:latin typeface="华文中宋" panose="02010600040101010101" charset="-122"/>
              <a:ea typeface="+mj-ea"/>
              <a:cs typeface="+mj-ea"/>
            </a:endParaRPr>
          </a:p>
        </p:txBody>
      </p:sp>
      <p:sp>
        <p:nvSpPr>
          <p:cNvPr id="186" name="对角圆角矩形 185"/>
          <p:cNvSpPr/>
          <p:nvPr/>
        </p:nvSpPr>
        <p:spPr>
          <a:xfrm>
            <a:off x="4911090" y="4876800"/>
            <a:ext cx="1452880" cy="1339850"/>
          </a:xfrm>
          <a:prstGeom prst="round2DiagRect">
            <a:avLst>
              <a:gd name="adj1" fmla="val 33206"/>
              <a:gd name="adj2" fmla="val 0"/>
            </a:avLst>
          </a:prstGeom>
          <a:gradFill>
            <a:gsLst>
              <a:gs pos="0">
                <a:srgbClr val="008BFF">
                  <a:lumMod val="40000"/>
                  <a:lumOff val="60000"/>
                </a:srgbClr>
              </a:gs>
              <a:gs pos="100000">
                <a:srgbClr val="008BFF">
                  <a:lumMod val="75000"/>
                </a:srgbClr>
              </a:gs>
            </a:gsLst>
            <a:lin ang="0" scaled="1"/>
          </a:gradFill>
          <a:ln w="190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25400"/>
          </a:effectLst>
        </p:spPr>
        <p:txBody>
          <a:bodyPr lIns="0" tIns="0" rIns="0" bIns="0" rtlCol="0" anchor="ctr"/>
          <a:lstStyle/>
          <a:p>
            <a:pPr algn="ctr"/>
            <a:r>
              <a:rPr lang="zh-CN" altLang="en-US" sz="3200" spc="300">
                <a:solidFill>
                  <a:srgbClr val="FFC000"/>
                </a:solidFill>
                <a:latin typeface="汉仪菱心体简" panose="02010400000101010101" charset="-122"/>
                <a:ea typeface="汉仪菱心体简" panose="02010400000101010101" charset="-122"/>
                <a:sym typeface="汉仪菱心体简" panose="02010400000101010101" charset="-122"/>
              </a:rPr>
              <a:t>自动</a:t>
            </a:r>
          </a:p>
          <a:p>
            <a:pPr algn="ctr"/>
            <a:r>
              <a:rPr lang="zh-CN" altLang="en-US" sz="3200" spc="300">
                <a:solidFill>
                  <a:srgbClr val="FFC000"/>
                </a:solidFill>
                <a:latin typeface="汉仪菱心体简" panose="02010400000101010101" charset="-122"/>
                <a:ea typeface="汉仪菱心体简" panose="02010400000101010101" charset="-122"/>
                <a:sym typeface="汉仪菱心体简" panose="02010400000101010101" charset="-122"/>
              </a:rPr>
              <a:t>清洗</a:t>
            </a:r>
          </a:p>
        </p:txBody>
      </p:sp>
      <p:sp>
        <p:nvSpPr>
          <p:cNvPr id="188" name="对角圆角矩形 187"/>
          <p:cNvSpPr/>
          <p:nvPr/>
        </p:nvSpPr>
        <p:spPr>
          <a:xfrm flipH="1">
            <a:off x="6824980" y="4876800"/>
            <a:ext cx="1452880" cy="1339850"/>
          </a:xfrm>
          <a:prstGeom prst="round2DiagRect">
            <a:avLst>
              <a:gd name="adj1" fmla="val 33206"/>
              <a:gd name="adj2" fmla="val 0"/>
            </a:avLst>
          </a:prstGeom>
          <a:gradFill>
            <a:gsLst>
              <a:gs pos="0">
                <a:srgbClr val="008BFF">
                  <a:lumMod val="40000"/>
                  <a:lumOff val="60000"/>
                </a:srgbClr>
              </a:gs>
              <a:gs pos="100000">
                <a:srgbClr val="008BFF">
                  <a:lumMod val="75000"/>
                </a:srgbClr>
              </a:gs>
            </a:gsLst>
            <a:lin ang="0" scaled="1"/>
          </a:gradFill>
          <a:ln w="190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25400"/>
          </a:effectLst>
        </p:spPr>
        <p:txBody>
          <a:bodyPr lIns="0" tIns="0" rIns="0" bIns="0" rtlCol="0" anchor="ctr"/>
          <a:lstStyle/>
          <a:p>
            <a:pPr algn="ctr"/>
            <a:r>
              <a:rPr lang="zh-CN" altLang="en-US" sz="3200" spc="300">
                <a:solidFill>
                  <a:srgbClr val="FFC000"/>
                </a:solidFill>
                <a:latin typeface="汉仪菱心体简" panose="02010400000101010101" charset="-122"/>
                <a:ea typeface="汉仪菱心体简" panose="02010400000101010101" charset="-122"/>
                <a:sym typeface="汉仪菱心体简" panose="02010400000101010101" charset="-122"/>
              </a:rPr>
              <a:t>混合优化</a:t>
            </a:r>
          </a:p>
        </p:txBody>
      </p:sp>
      <p:pic>
        <p:nvPicPr>
          <p:cNvPr id="189" name="图片 188" descr="加号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324600" y="5270500"/>
            <a:ext cx="561340" cy="561340"/>
          </a:xfrm>
          <a:prstGeom prst="rect">
            <a:avLst/>
          </a:prstGeom>
        </p:spPr>
      </p:pic>
      <p:sp>
        <p:nvSpPr>
          <p:cNvPr id="193" name="文本框 192"/>
          <p:cNvSpPr txBox="1"/>
          <p:nvPr/>
        </p:nvSpPr>
        <p:spPr>
          <a:xfrm>
            <a:off x="8392795" y="5057775"/>
            <a:ext cx="1117600" cy="987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3200" spc="300">
                <a:solidFill>
                  <a:srgbClr val="FFC000"/>
                </a:solidFill>
                <a:latin typeface="汉仪菱心体简" panose="02010400000101010101" charset="-122"/>
                <a:ea typeface="汉仪菱心体简" panose="02010400000101010101" charset="-122"/>
                <a:sym typeface="+mn-ea"/>
              </a:rPr>
              <a:t>轮询评估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325120" y="6373495"/>
            <a:ext cx="1800000" cy="432000"/>
          </a:xfrm>
          <a:prstGeom prst="roundRect">
            <a:avLst>
              <a:gd name="adj" fmla="val 29868"/>
            </a:avLst>
          </a:prstGeom>
          <a:gradFill>
            <a:gsLst>
              <a:gs pos="10000">
                <a:srgbClr val="008BFF">
                  <a:alpha val="100000"/>
                </a:srgbClr>
              </a:gs>
              <a:gs pos="64000">
                <a:srgbClr val="0068BF">
                  <a:lumMod val="75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99977" y="6398385"/>
            <a:ext cx="650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总览</a:t>
            </a:r>
          </a:p>
        </p:txBody>
      </p:sp>
      <p:cxnSp>
        <p:nvCxnSpPr>
          <p:cNvPr id="4" name="PA-直接连接符 26"/>
          <p:cNvCxnSpPr/>
          <p:nvPr>
            <p:custDataLst>
              <p:tags r:id="rId28"/>
            </p:custDataLst>
          </p:nvPr>
        </p:nvCxnSpPr>
        <p:spPr>
          <a:xfrm>
            <a:off x="241998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6" name="直接连接符 5"/>
          <p:cNvCxnSpPr/>
          <p:nvPr/>
        </p:nvCxnSpPr>
        <p:spPr>
          <a:xfrm>
            <a:off x="-5080" y="6318885"/>
            <a:ext cx="12212320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129280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并发出片</a:t>
            </a:r>
          </a:p>
        </p:txBody>
      </p:sp>
      <p:cxnSp>
        <p:nvCxnSpPr>
          <p:cNvPr id="8" name="PA-直接连接符 26"/>
          <p:cNvCxnSpPr/>
          <p:nvPr>
            <p:custDataLst>
              <p:tags r:id="rId29"/>
            </p:custDataLst>
          </p:nvPr>
        </p:nvCxnSpPr>
        <p:spPr>
          <a:xfrm>
            <a:off x="4865370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0" name="PA-直接连接符 26"/>
          <p:cNvCxnSpPr/>
          <p:nvPr>
            <p:custDataLst>
              <p:tags r:id="rId30"/>
            </p:custDataLst>
          </p:nvPr>
        </p:nvCxnSpPr>
        <p:spPr>
          <a:xfrm>
            <a:off x="730313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1" name="PA-直接连接符 26"/>
          <p:cNvCxnSpPr/>
          <p:nvPr>
            <p:custDataLst>
              <p:tags r:id="rId31"/>
            </p:custDataLst>
          </p:nvPr>
        </p:nvCxnSpPr>
        <p:spPr>
          <a:xfrm>
            <a:off x="9742170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9" name="文本框 18"/>
          <p:cNvSpPr txBox="1"/>
          <p:nvPr/>
        </p:nvSpPr>
        <p:spPr>
          <a:xfrm>
            <a:off x="557085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自动清洗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00925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混合优化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43241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轮询评估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系统加工效率"/>
          <p:cNvPicPr>
            <a:picLocks noChangeAspect="1"/>
          </p:cNvPicPr>
          <p:nvPr/>
        </p:nvPicPr>
        <p:blipFill>
          <a:blip r:embed="rId21"/>
          <a:srcRect l="47526" b="11876"/>
          <a:stretch>
            <a:fillRect/>
          </a:stretch>
        </p:blipFill>
        <p:spPr>
          <a:xfrm>
            <a:off x="4333875" y="1147445"/>
            <a:ext cx="3347085" cy="4641215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168275" y="3782102"/>
            <a:ext cx="3030855" cy="1382395"/>
            <a:chOff x="233680" y="4649415"/>
            <a:chExt cx="3030855" cy="1382395"/>
          </a:xfrm>
        </p:grpSpPr>
        <p:graphicFrame>
          <p:nvGraphicFramePr>
            <p:cNvPr id="5" name="对象 -2147482506"/>
            <p:cNvGraphicFramePr>
              <a:graphicFrameLocks noChangeAspect="1"/>
            </p:cNvGraphicFramePr>
            <p:nvPr/>
          </p:nvGraphicFramePr>
          <p:xfrm>
            <a:off x="299720" y="5225360"/>
            <a:ext cx="2964815" cy="806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8100000" imgH="10363200" progId="Equation.DSMT4">
                    <p:embed/>
                  </p:oleObj>
                </mc:Choice>
                <mc:Fallback>
                  <p:oleObj name="Equation" r:id="rId22" imgW="38100000" imgH="103632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99720" y="5225360"/>
                          <a:ext cx="2964815" cy="8064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文本框 13"/>
            <p:cNvSpPr txBox="1"/>
            <p:nvPr/>
          </p:nvSpPr>
          <p:spPr>
            <a:xfrm>
              <a:off x="233680" y="4649415"/>
              <a:ext cx="249809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accent2">
                      <a:lumMod val="75000"/>
                    </a:schemeClr>
                  </a:solidFill>
                  <a:latin typeface="汉仪汉黑简" panose="00020600040101010101" charset="-122"/>
                  <a:ea typeface="汉仪汉黑简" panose="00020600040101010101" charset="-122"/>
                </a:rPr>
                <a:t>系统平均设备使用率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-593725" y="1286510"/>
            <a:ext cx="4826000" cy="2221230"/>
            <a:chOff x="-1060" y="3475"/>
            <a:chExt cx="7600" cy="3498"/>
          </a:xfrm>
        </p:grpSpPr>
        <p:grpSp>
          <p:nvGrpSpPr>
            <p:cNvPr id="37" name="组合 36"/>
            <p:cNvGrpSpPr/>
            <p:nvPr/>
          </p:nvGrpSpPr>
          <p:grpSpPr>
            <a:xfrm>
              <a:off x="-1060" y="3475"/>
              <a:ext cx="7600" cy="2632"/>
              <a:chOff x="-1060" y="3475"/>
              <a:chExt cx="7600" cy="2632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-1060" y="3475"/>
                <a:ext cx="7547" cy="2632"/>
                <a:chOff x="-528320" y="2379980"/>
                <a:chExt cx="4792458" cy="1671320"/>
              </a:xfrm>
            </p:grpSpPr>
            <p:graphicFrame>
              <p:nvGraphicFramePr>
                <p:cNvPr id="4" name="对象 -2147482511"/>
                <p:cNvGraphicFramePr>
                  <a:graphicFrameLocks noChangeAspect="1"/>
                </p:cNvGraphicFramePr>
                <p:nvPr/>
              </p:nvGraphicFramePr>
              <p:xfrm>
                <a:off x="233680" y="2838450"/>
                <a:ext cx="2186940" cy="72136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4" imgW="1193800" imgH="393700" progId="DSEquations">
                        <p:embed/>
                      </p:oleObj>
                    </mc:Choice>
                    <mc:Fallback>
                      <p:oleObj r:id="rId24" imgW="1193800" imgH="393700" progId="DSEquations">
                        <p:embed/>
                        <p:pic>
                          <p:nvPicPr>
                            <p:cNvPr id="0" name="图片 3075"/>
                            <p:cNvPicPr/>
                            <p:nvPr/>
                          </p:nvPicPr>
                          <p:blipFill>
                            <a:blip r:embed="rId2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3680" y="2838450"/>
                              <a:ext cx="2186940" cy="72136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" name="文本框 6"/>
                <p:cNvSpPr txBox="1"/>
                <p:nvPr/>
              </p:nvSpPr>
              <p:spPr>
                <a:xfrm>
                  <a:off x="233680" y="2379980"/>
                  <a:ext cx="2320290" cy="3987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solidFill>
                        <a:schemeClr val="accent2">
                          <a:lumMod val="75000"/>
                        </a:schemeClr>
                      </a:solidFill>
                      <a:effectLst/>
                      <a:latin typeface="汉仪菱心体简" panose="02010400000101010101" charset="-122"/>
                      <a:ea typeface="汉仪菱心体简" panose="02010400000101010101" charset="-122"/>
                      <a:sym typeface="汉仪菱心体简" panose="02010400000101010101" charset="-122"/>
                    </a:rPr>
                    <a:t>设备使用率</a:t>
                  </a:r>
                </a:p>
              </p:txBody>
            </p:sp>
            <p:sp>
              <p:nvSpPr>
                <p:cNvPr id="9" name="文本框 8"/>
                <p:cNvSpPr txBox="1"/>
                <p:nvPr/>
              </p:nvSpPr>
              <p:spPr>
                <a:xfrm>
                  <a:off x="-528320" y="3627755"/>
                  <a:ext cx="4792458" cy="42354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indent="560705" algn="just" defTabSz="26670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latin typeface="Times New Roman" panose="02020603050405020304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6" name="文本框 35"/>
              <p:cNvSpPr txBox="1"/>
              <p:nvPr/>
            </p:nvSpPr>
            <p:spPr>
              <a:xfrm>
                <a:off x="140" y="5527"/>
                <a:ext cx="640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/>
                    <a:ea typeface="宋体" panose="02010600030101010101" pitchFamily="2" charset="-122"/>
                    <a:sym typeface="+mn-ea"/>
                  </a:rPr>
                  <a:t>n</a:t>
                </a:r>
                <a:r>
                  <a:rPr lang="zh-CN" altLang="en-US" dirty="0">
                    <a:latin typeface="Times New Roman" panose="02020603050405020304"/>
                    <a:ea typeface="宋体" panose="02010600030101010101" pitchFamily="2" charset="-122"/>
                    <a:sym typeface="+mn-ea"/>
                  </a:rPr>
                  <a:t>为系统的总加工仓数，</a:t>
                </a:r>
                <a:endParaRPr lang="zh-CN" altLang="en-US"/>
              </a:p>
            </p:txBody>
          </p:sp>
        </p:grpSp>
        <p:sp>
          <p:nvSpPr>
            <p:cNvPr id="38" name="文本框 37"/>
            <p:cNvSpPr txBox="1"/>
            <p:nvPr/>
          </p:nvSpPr>
          <p:spPr>
            <a:xfrm>
              <a:off x="140" y="6393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/>
                  <a:ea typeface="宋体" panose="02010600030101010101" pitchFamily="2" charset="-122"/>
                  <a:sym typeface="+mn-ea"/>
                </a:rPr>
                <a:t>m</a:t>
              </a:r>
              <a:r>
                <a:rPr lang="en-US" altLang="zh-CN" dirty="0">
                  <a:latin typeface="Times New Roman" panose="02020603050405020304"/>
                  <a:ea typeface="宋体" panose="02010600030101010101" pitchFamily="2" charset="-122"/>
                  <a:sym typeface="+mn-ea"/>
                </a:rPr>
                <a:t>(</a:t>
              </a:r>
              <a:r>
                <a:rPr lang="en-US" altLang="zh-CN" i="1" dirty="0">
                  <a:latin typeface="Times New Roman" panose="02020603050405020304"/>
                  <a:ea typeface="宋体" panose="02010600030101010101" pitchFamily="2" charset="-122"/>
                  <a:sym typeface="+mn-ea"/>
                </a:rPr>
                <a:t>t</a:t>
              </a:r>
              <a:r>
                <a:rPr lang="en-US" altLang="zh-CN" dirty="0">
                  <a:latin typeface="Times New Roman" panose="02020603050405020304"/>
                  <a:ea typeface="宋体" panose="02010600030101010101" pitchFamily="2" charset="-122"/>
                  <a:sym typeface="+mn-ea"/>
                </a:rPr>
                <a:t>)</a:t>
              </a:r>
              <a:r>
                <a:rPr lang="zh-CN" altLang="en-US" dirty="0">
                  <a:latin typeface="Times New Roman" panose="02020603050405020304"/>
                  <a:ea typeface="宋体" panose="02010600030101010101" pitchFamily="2" charset="-122"/>
                  <a:sym typeface="+mn-ea"/>
                </a:rPr>
                <a:t>为系统在</a:t>
              </a:r>
              <a:r>
                <a:rPr lang="en-US" altLang="zh-CN" i="1" dirty="0">
                  <a:latin typeface="Times New Roman" panose="02020603050405020304"/>
                  <a:ea typeface="Times New Roman" panose="02020603050405020304"/>
                  <a:sym typeface="+mn-ea"/>
                </a:rPr>
                <a:t>t</a:t>
              </a:r>
              <a:r>
                <a:rPr lang="zh-CN" altLang="en-US" dirty="0">
                  <a:latin typeface="Times New Roman" panose="02020603050405020304"/>
                  <a:ea typeface="宋体" panose="02010600030101010101" pitchFamily="2" charset="-122"/>
                  <a:sym typeface="+mn-ea"/>
                </a:rPr>
                <a:t>时刻被使用的加工仓数量。</a:t>
              </a:r>
              <a:endParaRPr lang="zh-CN" altLang="en-US"/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1306159" y="5674300"/>
            <a:ext cx="2926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汉仪铸字美心体简" panose="00020600040101010101" charset="-122"/>
                <a:ea typeface="汉仪铸字美心体简" panose="00020600040101010101" charset="-122"/>
              </a:rPr>
              <a:t>晶圆正式</a:t>
            </a:r>
            <a:r>
              <a:rPr lang="zh-CN" altLang="en-US" sz="2400" dirty="0">
                <a:solidFill>
                  <a:srgbClr val="0070C0"/>
                </a:solidFill>
                <a:effectLst/>
                <a:latin typeface="汉仪铸字美心体简" panose="00020600040101010101" charset="-122"/>
                <a:ea typeface="汉仪铸字美心体简" panose="00020600040101010101" charset="-122"/>
              </a:rPr>
              <a:t>加工前处理</a:t>
            </a:r>
          </a:p>
        </p:txBody>
      </p:sp>
      <p:sp>
        <p:nvSpPr>
          <p:cNvPr id="75" name="PA-文本框 8"/>
          <p:cNvSpPr txBox="1"/>
          <p:nvPr>
            <p:custDataLst>
              <p:tags r:id="rId1"/>
            </p:custDataLst>
          </p:nvPr>
        </p:nvSpPr>
        <p:spPr>
          <a:xfrm>
            <a:off x="2772662" y="230619"/>
            <a:ext cx="1586585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cs typeface="仓耳玄三M W05" panose="02020400000000000000" charset="-128"/>
                <a:sym typeface="汉仪雅酷黑简" panose="00020600040101010101" charset="-122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ea"/>
              <a:cs typeface="Saturday Sans Regular" panose="02010600010101010101" charset="-122"/>
              <a:sym typeface="汉仪雅酷黑简" panose="00020600040101010101" charset="-122"/>
              <a:rtl val="0"/>
            </a:endParaRPr>
          </a:p>
        </p:txBody>
      </p:sp>
      <p:sp>
        <p:nvSpPr>
          <p:cNvPr id="76" name="PA-文本框 10"/>
          <p:cNvSpPr txBox="1"/>
          <p:nvPr>
            <p:custDataLst>
              <p:tags r:id="rId2"/>
            </p:custDataLst>
          </p:nvPr>
        </p:nvSpPr>
        <p:spPr>
          <a:xfrm>
            <a:off x="7923990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技术指标</a:t>
            </a:r>
          </a:p>
        </p:txBody>
      </p:sp>
      <p:sp>
        <p:nvSpPr>
          <p:cNvPr id="77" name="PA-文本框 15"/>
          <p:cNvSpPr txBox="1"/>
          <p:nvPr>
            <p:custDataLst>
              <p:tags r:id="rId3"/>
            </p:custDataLst>
          </p:nvPr>
        </p:nvSpPr>
        <p:spPr>
          <a:xfrm>
            <a:off x="9593686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创新点</a:t>
            </a:r>
          </a:p>
        </p:txBody>
      </p:sp>
      <p:cxnSp>
        <p:nvCxnSpPr>
          <p:cNvPr id="80" name="PA-直接连接符 26"/>
          <p:cNvCxnSpPr/>
          <p:nvPr>
            <p:custDataLst>
              <p:tags r:id="rId4"/>
            </p:custDataLst>
          </p:nvPr>
        </p:nvCxnSpPr>
        <p:spPr>
          <a:xfrm>
            <a:off x="9552131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88" name="图片 87"/>
          <p:cNvPicPr>
            <a:picLocks noChangeAspect="1"/>
          </p:cNvPicPr>
          <p:nvPr/>
        </p:nvPicPr>
        <p:blipFill>
          <a:blip r:embed="rId26" cstate="print">
            <a:duotone>
              <a:prstClr val="black"/>
              <a:srgbClr val="008B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Photocopy detail="2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23" y="110068"/>
            <a:ext cx="441726" cy="547807"/>
          </a:xfrm>
          <a:prstGeom prst="rect">
            <a:avLst/>
          </a:prstGeom>
        </p:spPr>
      </p:pic>
      <p:cxnSp>
        <p:nvCxnSpPr>
          <p:cNvPr id="89" name="PA-直接连接符 26"/>
          <p:cNvCxnSpPr/>
          <p:nvPr>
            <p:custDataLst>
              <p:tags r:id="rId5"/>
            </p:custDataLst>
          </p:nvPr>
        </p:nvCxnSpPr>
        <p:spPr>
          <a:xfrm>
            <a:off x="7882434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90" name="PA-直接连接符 26"/>
          <p:cNvCxnSpPr/>
          <p:nvPr>
            <p:custDataLst>
              <p:tags r:id="rId6"/>
            </p:custDataLst>
          </p:nvPr>
        </p:nvCxnSpPr>
        <p:spPr>
          <a:xfrm>
            <a:off x="6212738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91" name="PA-任意多边形 121"/>
          <p:cNvSpPr/>
          <p:nvPr>
            <p:custDataLst>
              <p:tags r:id="rId7"/>
            </p:custDataLst>
          </p:nvPr>
        </p:nvSpPr>
        <p:spPr>
          <a:xfrm>
            <a:off x="2502423" y="220980"/>
            <a:ext cx="163942" cy="327660"/>
          </a:xfrm>
          <a:custGeom>
            <a:avLst/>
            <a:gdLst/>
            <a:ahLst/>
            <a:cxnLst/>
            <a:rect l="0" t="0" r="0" b="0"/>
            <a:pathLst>
              <a:path w="275824" h="551647">
                <a:moveTo>
                  <a:pt x="0" y="551646"/>
                </a:moveTo>
                <a:lnTo>
                  <a:pt x="275823" y="275823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gradFill>
              <a:gsLst>
                <a:gs pos="8000">
                  <a:srgbClr val="00C2FF"/>
                </a:gs>
                <a:gs pos="100000">
                  <a:srgbClr val="008BFF">
                    <a:lumMod val="75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92" name="PA-矩形 114"/>
          <p:cNvSpPr/>
          <p:nvPr>
            <p:custDataLst>
              <p:tags r:id="rId8"/>
            </p:custDataLst>
          </p:nvPr>
        </p:nvSpPr>
        <p:spPr>
          <a:xfrm rot="18900000">
            <a:off x="2408555" y="322334"/>
            <a:ext cx="125039" cy="124954"/>
          </a:xfrm>
          <a:prstGeom prst="rect">
            <a:avLst/>
          </a:prstGeom>
          <a:gradFill flip="none" rotWithShape="1">
            <a:gsLst>
              <a:gs pos="0">
                <a:srgbClr val="00C2FF"/>
              </a:gs>
              <a:gs pos="99000">
                <a:srgbClr val="008B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544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cxnSp>
        <p:nvCxnSpPr>
          <p:cNvPr id="93" name="PA-直接连接符 26"/>
          <p:cNvCxnSpPr/>
          <p:nvPr>
            <p:custDataLst>
              <p:tags r:id="rId9"/>
            </p:custDataLst>
          </p:nvPr>
        </p:nvCxnSpPr>
        <p:spPr>
          <a:xfrm>
            <a:off x="4486275" y="229870"/>
            <a:ext cx="0" cy="315595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45" name="图片 144" descr="集创赛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94" name="PA-文本框 6"/>
          <p:cNvSpPr txBox="1"/>
          <p:nvPr>
            <p:custDataLst>
              <p:tags r:id="rId10"/>
            </p:custDataLst>
          </p:nvPr>
        </p:nvSpPr>
        <p:spPr>
          <a:xfrm>
            <a:off x="4605020" y="149860"/>
            <a:ext cx="1580515" cy="4679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项目介绍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95" name="PA-任意多边形 7"/>
          <p:cNvSpPr/>
          <p:nvPr>
            <p:custDataLst>
              <p:tags r:id="rId11"/>
            </p:custDataLst>
          </p:nvPr>
        </p:nvSpPr>
        <p:spPr>
          <a:xfrm>
            <a:off x="6263892" y="149953"/>
            <a:ext cx="1586586" cy="468036"/>
          </a:xfrm>
          <a:prstGeom prst="roundRect">
            <a:avLst/>
          </a:prstGeom>
          <a:gradFill flip="none" rotWithShape="1">
            <a:gsLst>
              <a:gs pos="10000">
                <a:srgbClr val="008BFF"/>
              </a:gs>
              <a:gs pos="50000">
                <a:srgbClr val="008BFF">
                  <a:lumMod val="75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" dist="38100" dir="5400000" sx="99000" sy="99000" algn="t" rotWithShape="0">
              <a:srgbClr val="008BFF">
                <a:lumMod val="50000"/>
                <a:alpha val="53000"/>
              </a:srgbClr>
            </a:outerShdw>
          </a:effectLst>
        </p:spPr>
        <p:txBody>
          <a:bodyPr rtlCol="0" anchor="ctr"/>
          <a:lstStyle/>
          <a:p>
            <a:pPr algn="ctr" defTabSz="1219200"/>
            <a:endParaRPr lang="zh-CN" altLang="en-US" sz="2400" kern="0" dirty="0">
              <a:solidFill>
                <a:prstClr val="white"/>
              </a:solidFill>
              <a:latin typeface="仓耳玄三M W05" panose="02020400000000000000" charset="-128"/>
            </a:endParaRPr>
          </a:p>
        </p:txBody>
      </p:sp>
      <p:sp>
        <p:nvSpPr>
          <p:cNvPr id="96" name="PA-文本框 10"/>
          <p:cNvSpPr txBox="1"/>
          <p:nvPr>
            <p:custDataLst>
              <p:tags r:id="rId12"/>
            </p:custDataLst>
          </p:nvPr>
        </p:nvSpPr>
        <p:spPr>
          <a:xfrm>
            <a:off x="6254294" y="199821"/>
            <a:ext cx="158658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技术路线</a:t>
            </a:r>
          </a:p>
        </p:txBody>
      </p:sp>
      <p:sp>
        <p:nvSpPr>
          <p:cNvPr id="97" name="任意多边形: 形状 32"/>
          <p:cNvSpPr/>
          <p:nvPr>
            <p:custDataLst>
              <p:tags r:id="rId13"/>
            </p:custDataLst>
          </p:nvPr>
        </p:nvSpPr>
        <p:spPr>
          <a:xfrm flipV="1">
            <a:off x="-3810" y="726128"/>
            <a:ext cx="12192000" cy="55383"/>
          </a:xfrm>
          <a:custGeom>
            <a:avLst/>
            <a:gdLst>
              <a:gd name="connsiteX0" fmla="*/ 0 w 12192000"/>
              <a:gd name="connsiteY0" fmla="*/ 55383 h 55383"/>
              <a:gd name="connsiteX1" fmla="*/ 12192000 w 12192000"/>
              <a:gd name="connsiteY1" fmla="*/ 55383 h 55383"/>
              <a:gd name="connsiteX2" fmla="*/ 12192000 w 12192000"/>
              <a:gd name="connsiteY2" fmla="*/ 0 h 55383"/>
              <a:gd name="connsiteX3" fmla="*/ 0 w 12192000"/>
              <a:gd name="connsiteY3" fmla="*/ 0 h 5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383">
                <a:moveTo>
                  <a:pt x="0" y="55383"/>
                </a:moveTo>
                <a:lnTo>
                  <a:pt x="12192000" y="55383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008BFF">
                  <a:lumMod val="75000"/>
                </a:srgbClr>
              </a:gs>
              <a:gs pos="100000">
                <a:srgbClr val="008BFF">
                  <a:lumMod val="20000"/>
                  <a:lumOff val="80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outerShdw blurRad="279400" dist="203200" dir="3600000" sx="88000" sy="88000" algn="t" rotWithShape="0">
              <a:srgbClr val="00C2FF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2743200" y="6376035"/>
            <a:ext cx="1799590" cy="432000"/>
          </a:xfrm>
          <a:prstGeom prst="roundRect">
            <a:avLst>
              <a:gd name="adj" fmla="val 29868"/>
            </a:avLst>
          </a:prstGeom>
          <a:gradFill>
            <a:gsLst>
              <a:gs pos="10000">
                <a:srgbClr val="008BFF">
                  <a:alpha val="100000"/>
                </a:srgbClr>
              </a:gs>
              <a:gs pos="64000">
                <a:srgbClr val="0068BF">
                  <a:lumMod val="75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99977" y="6398385"/>
            <a:ext cx="650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总览</a:t>
            </a:r>
          </a:p>
        </p:txBody>
      </p:sp>
      <p:cxnSp>
        <p:nvCxnSpPr>
          <p:cNvPr id="18" name="PA-直接连接符 26"/>
          <p:cNvCxnSpPr/>
          <p:nvPr>
            <p:custDataLst>
              <p:tags r:id="rId14"/>
            </p:custDataLst>
          </p:nvPr>
        </p:nvCxnSpPr>
        <p:spPr>
          <a:xfrm>
            <a:off x="241998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9" name="直接连接符 18"/>
          <p:cNvCxnSpPr/>
          <p:nvPr/>
        </p:nvCxnSpPr>
        <p:spPr>
          <a:xfrm>
            <a:off x="-5080" y="6318885"/>
            <a:ext cx="12212320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114675" y="6407150"/>
            <a:ext cx="1172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并发出片</a:t>
            </a:r>
          </a:p>
        </p:txBody>
      </p:sp>
      <p:cxnSp>
        <p:nvCxnSpPr>
          <p:cNvPr id="21" name="PA-直接连接符 26"/>
          <p:cNvCxnSpPr/>
          <p:nvPr>
            <p:custDataLst>
              <p:tags r:id="rId15"/>
            </p:custDataLst>
          </p:nvPr>
        </p:nvCxnSpPr>
        <p:spPr>
          <a:xfrm>
            <a:off x="486600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22" name="PA-直接连接符 26"/>
          <p:cNvCxnSpPr/>
          <p:nvPr>
            <p:custDataLst>
              <p:tags r:id="rId16"/>
            </p:custDataLst>
          </p:nvPr>
        </p:nvCxnSpPr>
        <p:spPr>
          <a:xfrm>
            <a:off x="730313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23" name="PA-直接连接符 26"/>
          <p:cNvCxnSpPr/>
          <p:nvPr>
            <p:custDataLst>
              <p:tags r:id="rId17"/>
            </p:custDataLst>
          </p:nvPr>
        </p:nvCxnSpPr>
        <p:spPr>
          <a:xfrm>
            <a:off x="9742170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24" name="文本框 23"/>
          <p:cNvSpPr txBox="1"/>
          <p:nvPr/>
        </p:nvSpPr>
        <p:spPr>
          <a:xfrm>
            <a:off x="557085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自动清洗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00925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混合优化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043241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轮询评估</a:t>
            </a:r>
          </a:p>
        </p:txBody>
      </p:sp>
      <p:sp>
        <p:nvSpPr>
          <p:cNvPr id="46" name="任意多边形: 形状 7"/>
          <p:cNvSpPr/>
          <p:nvPr>
            <p:custDataLst>
              <p:tags r:id="rId18"/>
            </p:custDataLst>
          </p:nvPr>
        </p:nvSpPr>
        <p:spPr>
          <a:xfrm rot="5400000">
            <a:off x="7722235" y="1134745"/>
            <a:ext cx="4017010" cy="3967480"/>
          </a:xfrm>
          <a:custGeom>
            <a:avLst/>
            <a:gdLst>
              <a:gd name="connsiteX0" fmla="*/ 0 w 10969200"/>
              <a:gd name="connsiteY0" fmla="*/ 0 h 3529797"/>
              <a:gd name="connsiteX1" fmla="*/ 9748804 w 10969200"/>
              <a:gd name="connsiteY1" fmla="*/ 963548 h 3529797"/>
              <a:gd name="connsiteX2" fmla="*/ 10135800 w 10969200"/>
              <a:gd name="connsiteY2" fmla="*/ 955331 h 3529797"/>
              <a:gd name="connsiteX3" fmla="*/ 10135800 w 10969200"/>
              <a:gd name="connsiteY3" fmla="*/ 447619 h 3529797"/>
              <a:gd name="connsiteX4" fmla="*/ 10969200 w 10969200"/>
              <a:gd name="connsiteY4" fmla="*/ 1583634 h 3529797"/>
              <a:gd name="connsiteX5" fmla="*/ 10135800 w 10969200"/>
              <a:gd name="connsiteY5" fmla="*/ 2719649 h 3529797"/>
              <a:gd name="connsiteX6" fmla="*/ 10135800 w 10969200"/>
              <a:gd name="connsiteY6" fmla="*/ 2231548 h 3529797"/>
              <a:gd name="connsiteX7" fmla="*/ 8978224 w 10969200"/>
              <a:gd name="connsiteY7" fmla="*/ 2247545 h 3529797"/>
              <a:gd name="connsiteX8" fmla="*/ 0 w 10969200"/>
              <a:gd name="connsiteY8" fmla="*/ 3529797 h 3529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69200" h="3529797">
                <a:moveTo>
                  <a:pt x="0" y="0"/>
                </a:moveTo>
                <a:cubicBezTo>
                  <a:pt x="3063277" y="778525"/>
                  <a:pt x="6747271" y="1008367"/>
                  <a:pt x="9748804" y="963548"/>
                </a:cubicBezTo>
                <a:lnTo>
                  <a:pt x="10135800" y="955331"/>
                </a:lnTo>
                <a:lnTo>
                  <a:pt x="10135800" y="447619"/>
                </a:lnTo>
                <a:lnTo>
                  <a:pt x="10969200" y="1583634"/>
                </a:lnTo>
                <a:lnTo>
                  <a:pt x="10135800" y="2719649"/>
                </a:lnTo>
                <a:lnTo>
                  <a:pt x="10135800" y="2231548"/>
                </a:lnTo>
                <a:lnTo>
                  <a:pt x="8978224" y="2247545"/>
                </a:lnTo>
                <a:cubicBezTo>
                  <a:pt x="5793188" y="2320957"/>
                  <a:pt x="2580542" y="2619391"/>
                  <a:pt x="0" y="3529797"/>
                </a:cubicBezTo>
                <a:close/>
              </a:path>
            </a:pathLst>
          </a:custGeom>
          <a:gradFill flip="none" rotWithShape="1">
            <a:gsLst>
              <a:gs pos="100000">
                <a:srgbClr val="00C2FF">
                  <a:alpha val="70000"/>
                </a:srgbClr>
              </a:gs>
              <a:gs pos="47000">
                <a:srgbClr val="00C2FF">
                  <a:alpha val="20000"/>
                </a:srgbClr>
              </a:gs>
              <a:gs pos="0">
                <a:srgbClr val="00C2FF">
                  <a:alpha val="0"/>
                </a:srgbClr>
              </a:gs>
            </a:gsLst>
            <a:lin ang="0" scaled="1"/>
            <a:tileRect/>
          </a:gradFill>
          <a:ln w="15875" cap="flat" cmpd="sng" algn="ctr">
            <a:gradFill flip="none" rotWithShape="1">
              <a:gsLst>
                <a:gs pos="68000">
                  <a:srgbClr val="00C2FF">
                    <a:alpha val="100000"/>
                  </a:srgbClr>
                </a:gs>
                <a:gs pos="33000">
                  <a:srgbClr val="00C2FF">
                    <a:alpha val="40000"/>
                  </a:srgbClr>
                </a:gs>
                <a:gs pos="0">
                  <a:srgbClr val="00C2FF">
                    <a:alpha val="0"/>
                  </a:srgbClr>
                </a:gs>
                <a:gs pos="100000">
                  <a:srgbClr val="00C2FF">
                    <a:alpha val="0"/>
                  </a:srgbClr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isian Regular" charset="0"/>
              <a:ea typeface="方正公文黑体" panose="02000500000000000000" charset="-122"/>
              <a:cs typeface="+mn-ea"/>
              <a:sym typeface="Parisian Regular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8316595" y="938530"/>
            <a:ext cx="2933700" cy="1114425"/>
          </a:xfrm>
          <a:prstGeom prst="ellipse">
            <a:avLst/>
          </a:prstGeom>
          <a:gradFill>
            <a:gsLst>
              <a:gs pos="0">
                <a:srgbClr val="0060EA"/>
              </a:gs>
              <a:gs pos="100000">
                <a:srgbClr val="00C0FA"/>
              </a:gs>
            </a:gsLst>
            <a:lin ang="2700000" scaled="1"/>
          </a:gradFill>
          <a:ln>
            <a:noFill/>
          </a:ln>
          <a:effectLst>
            <a:outerShdw blurRad="50800" dist="38100" dir="2700000" algn="tl" rotWithShape="0">
              <a:srgbClr val="3BD8FF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92260" y="1296670"/>
            <a:ext cx="1388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汉仪雅酷黑简" panose="00020600040101010101" charset="-122"/>
              </a:rPr>
              <a:t>路径解析</a:t>
            </a:r>
          </a:p>
        </p:txBody>
      </p:sp>
      <p:sp>
        <p:nvSpPr>
          <p:cNvPr id="10" name="椭圆 9"/>
          <p:cNvSpPr/>
          <p:nvPr/>
        </p:nvSpPr>
        <p:spPr>
          <a:xfrm>
            <a:off x="8905240" y="2451100"/>
            <a:ext cx="1896110" cy="979805"/>
          </a:xfrm>
          <a:prstGeom prst="ellipse">
            <a:avLst/>
          </a:prstGeom>
          <a:gradFill>
            <a:gsLst>
              <a:gs pos="4700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2000">
                <a:schemeClr val="accent1">
                  <a:lumMod val="85000"/>
                  <a:alpha val="100000"/>
                </a:schemeClr>
              </a:gs>
            </a:gsLst>
            <a:lin ang="2700000" scaled="1"/>
          </a:gradFill>
          <a:ln>
            <a:noFill/>
          </a:ln>
          <a:effectLst>
            <a:outerShdw blurRad="50800" dist="38100" dir="2700000" algn="tl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255125" y="2587625"/>
            <a:ext cx="12052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</a:rPr>
              <a:t>不同路径考虑并发</a:t>
            </a:r>
          </a:p>
        </p:txBody>
      </p:sp>
      <p:sp>
        <p:nvSpPr>
          <p:cNvPr id="16" name="椭圆 15"/>
          <p:cNvSpPr/>
          <p:nvPr/>
        </p:nvSpPr>
        <p:spPr>
          <a:xfrm>
            <a:off x="9192895" y="3881755"/>
            <a:ext cx="1408430" cy="859790"/>
          </a:xfrm>
          <a:prstGeom prst="ellipse">
            <a:avLst/>
          </a:prstGeom>
          <a:gradFill>
            <a:gsLst>
              <a:gs pos="4000">
                <a:srgbClr val="F1C1D7"/>
              </a:gs>
              <a:gs pos="100000">
                <a:srgbClr val="9C6DFE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50800" dist="38100" dir="2700000" algn="tl" rotWithShape="0">
              <a:srgbClr val="7030A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9256395" y="4121150"/>
            <a:ext cx="1466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汉仪雅酷黑简" panose="00020600040101010101" charset="-122"/>
              </a:rPr>
              <a:t>PM</a:t>
            </a:r>
            <a:r>
              <a:rPr lang="zh-CN" altLang="en-US" sz="200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汉仪雅酷黑简" panose="00020600040101010101" charset="-122"/>
              </a:rPr>
              <a:t>重叠率</a:t>
            </a:r>
          </a:p>
        </p:txBody>
      </p:sp>
      <p:sp>
        <p:nvSpPr>
          <p:cNvPr id="28" name="圆角矩形 27"/>
          <p:cNvSpPr/>
          <p:nvPr/>
        </p:nvSpPr>
        <p:spPr>
          <a:xfrm>
            <a:off x="8361680" y="5254625"/>
            <a:ext cx="3429635" cy="957580"/>
          </a:xfrm>
          <a:prstGeom prst="roundRect">
            <a:avLst>
              <a:gd name="adj" fmla="val 25750"/>
            </a:avLst>
          </a:prstGeom>
          <a:gradFill>
            <a:gsLst>
              <a:gs pos="2000">
                <a:srgbClr val="72BBD8"/>
              </a:gs>
              <a:gs pos="65000">
                <a:srgbClr val="E7D9E5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9073515" y="5343525"/>
            <a:ext cx="17392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7030A0"/>
                </a:solidFill>
                <a:latin typeface="汉仪雅酷黑简" panose="00020600040101010101" charset="-122"/>
                <a:ea typeface="汉仪雅酷黑简" panose="00020600040101010101" charset="-122"/>
              </a:rPr>
              <a:t>加工优先级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8370570" y="57753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0070C0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标准粗黑" panose="02000503000000000000" charset="-122"/>
              </a:rPr>
              <a:t>PM</a:t>
            </a:r>
            <a:r>
              <a:rPr lang="zh-CN" altLang="en-US">
                <a:solidFill>
                  <a:srgbClr val="0070C0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标准粗黑" panose="02000503000000000000" charset="-122"/>
              </a:rPr>
              <a:t>重叠为</a:t>
            </a:r>
            <a:r>
              <a:rPr lang="en-US" altLang="zh-CN">
                <a:solidFill>
                  <a:srgbClr val="0070C0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标准粗黑" panose="02000503000000000000" charset="-122"/>
              </a:rPr>
              <a:t>0</a:t>
            </a:r>
            <a:r>
              <a:rPr lang="zh-CN" altLang="en-US">
                <a:solidFill>
                  <a:srgbClr val="0070C0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标准粗黑" panose="02000503000000000000" charset="-122"/>
              </a:rPr>
              <a:t>优先级最高</a:t>
            </a:r>
            <a:r>
              <a:rPr lang="en-US" altLang="zh-CN">
                <a:solidFill>
                  <a:srgbClr val="0070C0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标准粗黑" panose="02000503000000000000" charset="-122"/>
              </a:rPr>
              <a:t>, </a:t>
            </a:r>
            <a:r>
              <a:rPr lang="zh-CN" altLang="en-US">
                <a:solidFill>
                  <a:srgbClr val="0070C0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标准粗黑" panose="02000503000000000000" charset="-122"/>
              </a:rPr>
              <a:t>并发出片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1204575" y="2567305"/>
            <a:ext cx="675005" cy="2286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3200">
                <a:solidFill>
                  <a:schemeClr val="accent5">
                    <a:lumMod val="75000"/>
                  </a:schemeClr>
                </a:solidFill>
                <a:latin typeface="汉仪铸字美心体简" panose="00020600040101010101" charset="-122"/>
                <a:ea typeface="汉仪铸字美心体简" panose="00020600040101010101" charset="-122"/>
                <a:sym typeface="汉仪铸字美心体简" panose="00020600040101010101" charset="-122"/>
              </a:rPr>
              <a:t>全自动并发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46453" y="1503044"/>
            <a:ext cx="145288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00B050"/>
                </a:solidFill>
                <a:latin typeface="标准粗黑" panose="02000503000000000000" charset="-122"/>
                <a:ea typeface="标准粗黑" panose="02000503000000000000" charset="-122"/>
              </a:rPr>
              <a:t>第一类清洁</a:t>
            </a:r>
            <a:endParaRPr lang="en-US" altLang="zh-CN" sz="2000" dirty="0">
              <a:solidFill>
                <a:srgbClr val="00B050"/>
              </a:solidFill>
              <a:latin typeface="标准粗黑" panose="02000503000000000000" charset="-122"/>
              <a:ea typeface="标准粗黑" panose="02000503000000000000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00B050"/>
                </a:solidFill>
                <a:latin typeface="标准粗黑" panose="02000503000000000000" charset="-122"/>
                <a:ea typeface="标准粗黑" panose="02000503000000000000" charset="-122"/>
              </a:rPr>
              <a:t>第三类清洁</a:t>
            </a:r>
          </a:p>
        </p:txBody>
      </p:sp>
      <p:sp>
        <p:nvSpPr>
          <p:cNvPr id="8" name="箭头: 右 42"/>
          <p:cNvSpPr>
            <a:spLocks noChangeAspect="1"/>
          </p:cNvSpPr>
          <p:nvPr/>
        </p:nvSpPr>
        <p:spPr>
          <a:xfrm>
            <a:off x="2066847" y="2021105"/>
            <a:ext cx="711246" cy="455252"/>
          </a:xfrm>
          <a:prstGeom prst="rightArrow">
            <a:avLst/>
          </a:prstGeom>
          <a:solidFill>
            <a:schemeClr val="tx2">
              <a:alpha val="5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046312" y="1367691"/>
            <a:ext cx="1762080" cy="1762080"/>
            <a:chOff x="3376209" y="1579418"/>
            <a:chExt cx="1762080" cy="1762080"/>
          </a:xfrm>
        </p:grpSpPr>
        <p:sp>
          <p:nvSpPr>
            <p:cNvPr id="17" name="椭圆 16"/>
            <p:cNvSpPr/>
            <p:nvPr/>
          </p:nvSpPr>
          <p:spPr>
            <a:xfrm>
              <a:off x="3376209" y="1579418"/>
              <a:ext cx="1762080" cy="1762080"/>
            </a:xfrm>
            <a:prstGeom prst="ellipse">
              <a:avLst/>
            </a:pr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>
              <a:innerShdw blurRad="127000" dist="1016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弧形 10"/>
            <p:cNvSpPr/>
            <p:nvPr/>
          </p:nvSpPr>
          <p:spPr>
            <a:xfrm>
              <a:off x="3485305" y="1699720"/>
              <a:ext cx="1533504" cy="1533504"/>
            </a:xfrm>
            <a:prstGeom prst="arc">
              <a:avLst>
                <a:gd name="adj1" fmla="val 6372439"/>
                <a:gd name="adj2" fmla="val 21378964"/>
              </a:avLst>
            </a:prstGeom>
            <a:ln w="101600" cap="rnd">
              <a:gradFill flip="none" rotWithShape="1">
                <a:gsLst>
                  <a:gs pos="0">
                    <a:schemeClr val="accent1">
                      <a:lumMod val="50000"/>
                    </a:schemeClr>
                  </a:gs>
                  <a:gs pos="54000">
                    <a:schemeClr val="accent1">
                      <a:lumMod val="40000"/>
                      <a:lumOff val="60000"/>
                    </a:schemeClr>
                  </a:gs>
                  <a:gs pos="81000">
                    <a:schemeClr val="accent1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3586781" y="1784003"/>
              <a:ext cx="1340935" cy="1340935"/>
              <a:chOff x="549217" y="4811562"/>
              <a:chExt cx="1689080" cy="1689080"/>
            </a:xfrm>
          </p:grpSpPr>
          <p:sp useBgFill="1">
            <p:nvSpPr>
              <p:cNvPr id="12" name="椭圆 11"/>
              <p:cNvSpPr/>
              <p:nvPr/>
            </p:nvSpPr>
            <p:spPr>
              <a:xfrm>
                <a:off x="549217" y="4811562"/>
                <a:ext cx="1689080" cy="1689080"/>
              </a:xfrm>
              <a:prstGeom prst="ellipse">
                <a:avLst/>
              </a:prstGeom>
              <a:ln>
                <a:noFill/>
              </a:ln>
              <a:effectLst>
                <a:outerShdw blurRad="254000" dist="127000" dir="2700000" sx="103000" sy="103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 useBgFill="1">
            <p:nvSpPr>
              <p:cNvPr id="13" name="椭圆 12"/>
              <p:cNvSpPr/>
              <p:nvPr/>
            </p:nvSpPr>
            <p:spPr>
              <a:xfrm>
                <a:off x="549217" y="4811562"/>
                <a:ext cx="1689080" cy="1689080"/>
              </a:xfrm>
              <a:prstGeom prst="ellipse">
                <a:avLst/>
              </a:prstGeom>
              <a:ln>
                <a:noFill/>
              </a:ln>
              <a:effectLst>
                <a:outerShdw blurRad="254000" dist="127000" dir="13500000" sx="103000" sy="103000" algn="br" rotWithShape="0">
                  <a:schemeClr val="accent1">
                    <a:lumMod val="20000"/>
                    <a:lumOff val="8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0" name="文本框 19"/>
          <p:cNvSpPr txBox="1"/>
          <p:nvPr/>
        </p:nvSpPr>
        <p:spPr>
          <a:xfrm>
            <a:off x="3393768" y="207007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虚拟晶圆</a:t>
            </a:r>
          </a:p>
        </p:txBody>
      </p:sp>
      <p:sp>
        <p:nvSpPr>
          <p:cNvPr id="23" name="弧形 22"/>
          <p:cNvSpPr/>
          <p:nvPr/>
        </p:nvSpPr>
        <p:spPr>
          <a:xfrm rot="17144833">
            <a:off x="3268293" y="3618222"/>
            <a:ext cx="1184399" cy="1179050"/>
          </a:xfrm>
          <a:prstGeom prst="arc">
            <a:avLst>
              <a:gd name="adj1" fmla="val 2500533"/>
              <a:gd name="adj2" fmla="val 17639672"/>
            </a:avLst>
          </a:prstGeom>
          <a:ln w="177800" cap="rnd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弧形 21"/>
          <p:cNvSpPr/>
          <p:nvPr/>
        </p:nvSpPr>
        <p:spPr>
          <a:xfrm>
            <a:off x="3265618" y="3615548"/>
            <a:ext cx="1179050" cy="1184399"/>
          </a:xfrm>
          <a:prstGeom prst="arc">
            <a:avLst>
              <a:gd name="adj1" fmla="val 847198"/>
              <a:gd name="adj2" fmla="val 18047777"/>
            </a:avLst>
          </a:prstGeom>
          <a:ln w="177800" cap="rnd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弧形 25"/>
          <p:cNvSpPr/>
          <p:nvPr/>
        </p:nvSpPr>
        <p:spPr>
          <a:xfrm>
            <a:off x="582994" y="3614293"/>
            <a:ext cx="1185654" cy="1185654"/>
          </a:xfrm>
          <a:prstGeom prst="arc">
            <a:avLst>
              <a:gd name="adj1" fmla="val 847198"/>
              <a:gd name="adj2" fmla="val 18047777"/>
            </a:avLst>
          </a:prstGeom>
          <a:ln w="177800" cap="rnd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75821" y="4937714"/>
            <a:ext cx="2679322" cy="1183852"/>
            <a:chOff x="798631" y="5295228"/>
            <a:chExt cx="2679322" cy="1183852"/>
          </a:xfrm>
        </p:grpSpPr>
        <p:grpSp>
          <p:nvGrpSpPr>
            <p:cNvPr id="18" name="组合 17"/>
            <p:cNvGrpSpPr/>
            <p:nvPr/>
          </p:nvGrpSpPr>
          <p:grpSpPr>
            <a:xfrm>
              <a:off x="798631" y="5295228"/>
              <a:ext cx="2679322" cy="710715"/>
              <a:chOff x="798631" y="5295228"/>
              <a:chExt cx="2679322" cy="710715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3477953" y="5295228"/>
                <a:ext cx="0" cy="700324"/>
              </a:xfrm>
              <a:prstGeom prst="line">
                <a:avLst/>
              </a:prstGeom>
              <a:ln w="508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>
                <a:off x="798631" y="6005943"/>
                <a:ext cx="2679322" cy="0"/>
              </a:xfrm>
              <a:prstGeom prst="line">
                <a:avLst/>
              </a:prstGeom>
              <a:ln w="508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/>
              <p:nvPr/>
            </p:nvCxnSpPr>
            <p:spPr>
              <a:xfrm flipV="1">
                <a:off x="798631" y="5295228"/>
                <a:ext cx="0" cy="700324"/>
              </a:xfrm>
              <a:prstGeom prst="straightConnector1">
                <a:avLst/>
              </a:prstGeom>
              <a:ln w="50800">
                <a:prstDash val="sysDash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文本框 44"/>
            <p:cNvSpPr txBox="1"/>
            <p:nvPr/>
          </p:nvSpPr>
          <p:spPr>
            <a:xfrm>
              <a:off x="1092298" y="6110780"/>
              <a:ext cx="20116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accent3">
                      <a:lumMod val="75000"/>
                    </a:schemeClr>
                  </a:solidFill>
                  <a:latin typeface="标准粗黑" panose="02000503000000000000" charset="-122"/>
                  <a:ea typeface="标准粗黑" panose="02000503000000000000" charset="-122"/>
                </a:rPr>
                <a:t>回退并记录时间点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896513" y="3476629"/>
            <a:ext cx="1173239" cy="488087"/>
            <a:chOff x="1519323" y="3834143"/>
            <a:chExt cx="1173239" cy="488087"/>
          </a:xfrm>
        </p:grpSpPr>
        <p:cxnSp>
          <p:nvCxnSpPr>
            <p:cNvPr id="31" name="直接箭头连接符 30"/>
            <p:cNvCxnSpPr/>
            <p:nvPr/>
          </p:nvCxnSpPr>
          <p:spPr>
            <a:xfrm>
              <a:off x="1592110" y="4322230"/>
              <a:ext cx="1100452" cy="0"/>
            </a:xfrm>
            <a:prstGeom prst="straightConnector1">
              <a:avLst/>
            </a:prstGeom>
            <a:ln w="50800" cap="rnd">
              <a:prstDash val="solid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1519323" y="3834143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标准粗黑" panose="02000503000000000000" charset="-122"/>
                  <a:ea typeface="标准粗黑" panose="02000503000000000000" charset="-122"/>
                </a:rPr>
                <a:t>自动清洁</a:t>
              </a:r>
            </a:p>
          </p:txBody>
        </p:sp>
      </p:grpSp>
      <p:cxnSp>
        <p:nvCxnSpPr>
          <p:cNvPr id="30" name="直接箭头连接符 29"/>
          <p:cNvCxnSpPr/>
          <p:nvPr/>
        </p:nvCxnSpPr>
        <p:spPr>
          <a:xfrm>
            <a:off x="1965289" y="4311080"/>
            <a:ext cx="1100452" cy="0"/>
          </a:xfrm>
          <a:prstGeom prst="straightConnector1">
            <a:avLst/>
          </a:prstGeom>
          <a:ln w="50800" cap="rnd">
            <a:prstDash val="sysDash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814251" y="4464564"/>
            <a:ext cx="1325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rgbClr val="7030A0"/>
                </a:solidFill>
                <a:latin typeface="标准粗黑" panose="02000503000000000000" charset="-122"/>
                <a:ea typeface="标准粗黑" panose="02000503000000000000" charset="-122"/>
              </a:rPr>
              <a:t>违背</a:t>
            </a:r>
            <a:endParaRPr lang="en-US" altLang="zh-CN" dirty="0">
              <a:solidFill>
                <a:srgbClr val="7030A0"/>
              </a:solidFill>
              <a:latin typeface="标准粗黑" panose="02000503000000000000" charset="-122"/>
              <a:ea typeface="标准粗黑" panose="02000503000000000000" charset="-122"/>
            </a:endParaRPr>
          </a:p>
          <a:p>
            <a:r>
              <a:rPr lang="zh-CN" altLang="en-US" dirty="0">
                <a:solidFill>
                  <a:srgbClr val="7030A0"/>
                </a:solidFill>
                <a:latin typeface="标准粗黑" panose="02000503000000000000" charset="-122"/>
                <a:ea typeface="标准粗黑" panose="02000503000000000000" charset="-122"/>
              </a:rPr>
              <a:t>第二类清洁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196205" y="4720590"/>
            <a:ext cx="5786755" cy="28829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512435" y="4719955"/>
            <a:ext cx="832485" cy="28956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6341110" y="4259580"/>
            <a:ext cx="0" cy="1187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294120" y="3891280"/>
            <a:ext cx="911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5512435" y="4719320"/>
            <a:ext cx="1878330" cy="28956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7390765" y="4307840"/>
            <a:ext cx="0" cy="1187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7390765" y="3891280"/>
            <a:ext cx="911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2" name="圆角矩形 41"/>
          <p:cNvSpPr/>
          <p:nvPr/>
        </p:nvSpPr>
        <p:spPr>
          <a:xfrm>
            <a:off x="5196840" y="4719320"/>
            <a:ext cx="358140" cy="28956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圆角矩形 48"/>
          <p:cNvSpPr/>
          <p:nvPr/>
        </p:nvSpPr>
        <p:spPr>
          <a:xfrm>
            <a:off x="5511800" y="4719320"/>
            <a:ext cx="5053965" cy="28956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PA-文本框 8"/>
          <p:cNvSpPr txBox="1"/>
          <p:nvPr>
            <p:custDataLst>
              <p:tags r:id="rId1"/>
            </p:custDataLst>
          </p:nvPr>
        </p:nvSpPr>
        <p:spPr>
          <a:xfrm>
            <a:off x="2772662" y="230619"/>
            <a:ext cx="1586585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cs typeface="仓耳玄三M W05" panose="02020400000000000000" charset="-128"/>
                <a:sym typeface="汉仪雅酷黑简" panose="00020600040101010101" charset="-122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ea"/>
              <a:cs typeface="Saturday Sans Regular" panose="02010600010101010101" charset="-122"/>
              <a:sym typeface="汉仪雅酷黑简" panose="00020600040101010101" charset="-122"/>
              <a:rtl val="0"/>
            </a:endParaRPr>
          </a:p>
        </p:txBody>
      </p:sp>
      <p:sp>
        <p:nvSpPr>
          <p:cNvPr id="134" name="PA-文本框 10"/>
          <p:cNvSpPr txBox="1"/>
          <p:nvPr>
            <p:custDataLst>
              <p:tags r:id="rId2"/>
            </p:custDataLst>
          </p:nvPr>
        </p:nvSpPr>
        <p:spPr>
          <a:xfrm>
            <a:off x="7923990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技术指标</a:t>
            </a:r>
          </a:p>
        </p:txBody>
      </p:sp>
      <p:sp>
        <p:nvSpPr>
          <p:cNvPr id="135" name="PA-文本框 15"/>
          <p:cNvSpPr txBox="1"/>
          <p:nvPr>
            <p:custDataLst>
              <p:tags r:id="rId3"/>
            </p:custDataLst>
          </p:nvPr>
        </p:nvSpPr>
        <p:spPr>
          <a:xfrm>
            <a:off x="9593686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创新点</a:t>
            </a:r>
          </a:p>
        </p:txBody>
      </p:sp>
      <p:cxnSp>
        <p:nvCxnSpPr>
          <p:cNvPr id="136" name="PA-直接连接符 26"/>
          <p:cNvCxnSpPr/>
          <p:nvPr>
            <p:custDataLst>
              <p:tags r:id="rId4"/>
            </p:custDataLst>
          </p:nvPr>
        </p:nvCxnSpPr>
        <p:spPr>
          <a:xfrm>
            <a:off x="9552131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38" name="图片 137"/>
          <p:cNvPicPr>
            <a:picLocks noChangeAspect="1"/>
          </p:cNvPicPr>
          <p:nvPr/>
        </p:nvPicPr>
        <p:blipFill>
          <a:blip r:embed="rId22" cstate="print">
            <a:duotone>
              <a:prstClr val="black"/>
              <a:srgbClr val="008B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 detail="2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23" y="110068"/>
            <a:ext cx="441726" cy="547807"/>
          </a:xfrm>
          <a:prstGeom prst="rect">
            <a:avLst/>
          </a:prstGeom>
        </p:spPr>
      </p:pic>
      <p:cxnSp>
        <p:nvCxnSpPr>
          <p:cNvPr id="140" name="PA-直接连接符 26"/>
          <p:cNvCxnSpPr/>
          <p:nvPr>
            <p:custDataLst>
              <p:tags r:id="rId5"/>
            </p:custDataLst>
          </p:nvPr>
        </p:nvCxnSpPr>
        <p:spPr>
          <a:xfrm>
            <a:off x="7882434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41" name="PA-直接连接符 26"/>
          <p:cNvCxnSpPr/>
          <p:nvPr>
            <p:custDataLst>
              <p:tags r:id="rId6"/>
            </p:custDataLst>
          </p:nvPr>
        </p:nvCxnSpPr>
        <p:spPr>
          <a:xfrm>
            <a:off x="6212738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42" name="PA-任意多边形 121"/>
          <p:cNvSpPr/>
          <p:nvPr>
            <p:custDataLst>
              <p:tags r:id="rId7"/>
            </p:custDataLst>
          </p:nvPr>
        </p:nvSpPr>
        <p:spPr>
          <a:xfrm>
            <a:off x="2502423" y="220980"/>
            <a:ext cx="163942" cy="327660"/>
          </a:xfrm>
          <a:custGeom>
            <a:avLst/>
            <a:gdLst/>
            <a:ahLst/>
            <a:cxnLst/>
            <a:rect l="0" t="0" r="0" b="0"/>
            <a:pathLst>
              <a:path w="275824" h="551647">
                <a:moveTo>
                  <a:pt x="0" y="551646"/>
                </a:moveTo>
                <a:lnTo>
                  <a:pt x="275823" y="275823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gradFill>
              <a:gsLst>
                <a:gs pos="8000">
                  <a:srgbClr val="00C2FF"/>
                </a:gs>
                <a:gs pos="100000">
                  <a:srgbClr val="008BFF">
                    <a:lumMod val="75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143" name="PA-矩形 114"/>
          <p:cNvSpPr/>
          <p:nvPr>
            <p:custDataLst>
              <p:tags r:id="rId8"/>
            </p:custDataLst>
          </p:nvPr>
        </p:nvSpPr>
        <p:spPr>
          <a:xfrm rot="18900000">
            <a:off x="2408555" y="322334"/>
            <a:ext cx="125039" cy="124954"/>
          </a:xfrm>
          <a:prstGeom prst="rect">
            <a:avLst/>
          </a:prstGeom>
          <a:gradFill flip="none" rotWithShape="1">
            <a:gsLst>
              <a:gs pos="0">
                <a:srgbClr val="00C2FF"/>
              </a:gs>
              <a:gs pos="99000">
                <a:srgbClr val="008B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544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cxnSp>
        <p:nvCxnSpPr>
          <p:cNvPr id="144" name="PA-直接连接符 26"/>
          <p:cNvCxnSpPr/>
          <p:nvPr>
            <p:custDataLst>
              <p:tags r:id="rId9"/>
            </p:custDataLst>
          </p:nvPr>
        </p:nvCxnSpPr>
        <p:spPr>
          <a:xfrm>
            <a:off x="4486275" y="229870"/>
            <a:ext cx="0" cy="315595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45" name="图片 144" descr="集创赛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147" name="PA-文本框 6"/>
          <p:cNvSpPr txBox="1"/>
          <p:nvPr>
            <p:custDataLst>
              <p:tags r:id="rId10"/>
            </p:custDataLst>
          </p:nvPr>
        </p:nvSpPr>
        <p:spPr>
          <a:xfrm>
            <a:off x="4605020" y="149860"/>
            <a:ext cx="1580515" cy="4679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项目介绍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148" name="PA-任意多边形 7"/>
          <p:cNvSpPr/>
          <p:nvPr>
            <p:custDataLst>
              <p:tags r:id="rId11"/>
            </p:custDataLst>
          </p:nvPr>
        </p:nvSpPr>
        <p:spPr>
          <a:xfrm>
            <a:off x="6263892" y="149953"/>
            <a:ext cx="1586586" cy="468036"/>
          </a:xfrm>
          <a:prstGeom prst="roundRect">
            <a:avLst/>
          </a:prstGeom>
          <a:gradFill flip="none" rotWithShape="1">
            <a:gsLst>
              <a:gs pos="10000">
                <a:srgbClr val="008BFF"/>
              </a:gs>
              <a:gs pos="50000">
                <a:srgbClr val="008BFF">
                  <a:lumMod val="75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" dist="38100" dir="5400000" sx="99000" sy="99000" algn="t" rotWithShape="0">
              <a:srgbClr val="008BFF">
                <a:lumMod val="50000"/>
                <a:alpha val="53000"/>
              </a:srgbClr>
            </a:outerShdw>
          </a:effectLst>
        </p:spPr>
        <p:txBody>
          <a:bodyPr rtlCol="0" anchor="ctr"/>
          <a:lstStyle/>
          <a:p>
            <a:pPr algn="ctr" defTabSz="1219200"/>
            <a:endParaRPr lang="zh-CN" altLang="en-US" sz="2400" kern="0" dirty="0">
              <a:solidFill>
                <a:prstClr val="white"/>
              </a:solidFill>
              <a:latin typeface="仓耳玄三M W05" panose="02020400000000000000" charset="-128"/>
            </a:endParaRPr>
          </a:p>
        </p:txBody>
      </p:sp>
      <p:sp>
        <p:nvSpPr>
          <p:cNvPr id="139" name="PA-文本框 10"/>
          <p:cNvSpPr txBox="1"/>
          <p:nvPr>
            <p:custDataLst>
              <p:tags r:id="rId12"/>
            </p:custDataLst>
          </p:nvPr>
        </p:nvSpPr>
        <p:spPr>
          <a:xfrm>
            <a:off x="6254294" y="199821"/>
            <a:ext cx="158658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技术路线</a:t>
            </a:r>
          </a:p>
        </p:txBody>
      </p:sp>
      <p:sp>
        <p:nvSpPr>
          <p:cNvPr id="137" name="任意多边形: 形状 32"/>
          <p:cNvSpPr/>
          <p:nvPr>
            <p:custDataLst>
              <p:tags r:id="rId13"/>
            </p:custDataLst>
          </p:nvPr>
        </p:nvSpPr>
        <p:spPr>
          <a:xfrm flipV="1">
            <a:off x="-3810" y="726128"/>
            <a:ext cx="12192000" cy="55383"/>
          </a:xfrm>
          <a:custGeom>
            <a:avLst/>
            <a:gdLst>
              <a:gd name="connsiteX0" fmla="*/ 0 w 12192000"/>
              <a:gd name="connsiteY0" fmla="*/ 55383 h 55383"/>
              <a:gd name="connsiteX1" fmla="*/ 12192000 w 12192000"/>
              <a:gd name="connsiteY1" fmla="*/ 55383 h 55383"/>
              <a:gd name="connsiteX2" fmla="*/ 12192000 w 12192000"/>
              <a:gd name="connsiteY2" fmla="*/ 0 h 55383"/>
              <a:gd name="connsiteX3" fmla="*/ 0 w 12192000"/>
              <a:gd name="connsiteY3" fmla="*/ 0 h 5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383">
                <a:moveTo>
                  <a:pt x="0" y="55383"/>
                </a:moveTo>
                <a:lnTo>
                  <a:pt x="12192000" y="55383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008BFF">
                  <a:lumMod val="75000"/>
                </a:srgbClr>
              </a:gs>
              <a:gs pos="100000">
                <a:srgbClr val="008BFF">
                  <a:lumMod val="20000"/>
                  <a:lumOff val="80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outerShdw blurRad="279400" dist="203200" dir="3600000" sx="88000" sy="88000" algn="t" rotWithShape="0">
              <a:srgbClr val="00C2FF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194300" y="6365875"/>
            <a:ext cx="1799590" cy="432000"/>
          </a:xfrm>
          <a:prstGeom prst="roundRect">
            <a:avLst>
              <a:gd name="adj" fmla="val 29868"/>
            </a:avLst>
          </a:prstGeom>
          <a:gradFill>
            <a:gsLst>
              <a:gs pos="10000">
                <a:srgbClr val="008BFF">
                  <a:alpha val="100000"/>
                </a:srgbClr>
              </a:gs>
              <a:gs pos="64000">
                <a:srgbClr val="0068BF">
                  <a:lumMod val="75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99977" y="6398385"/>
            <a:ext cx="650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总览</a:t>
            </a:r>
          </a:p>
        </p:txBody>
      </p:sp>
      <p:cxnSp>
        <p:nvCxnSpPr>
          <p:cNvPr id="24" name="PA-直接连接符 26"/>
          <p:cNvCxnSpPr/>
          <p:nvPr>
            <p:custDataLst>
              <p:tags r:id="rId14"/>
            </p:custDataLst>
          </p:nvPr>
        </p:nvCxnSpPr>
        <p:spPr>
          <a:xfrm>
            <a:off x="241998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33" name="直接连接符 32"/>
          <p:cNvCxnSpPr/>
          <p:nvPr/>
        </p:nvCxnSpPr>
        <p:spPr>
          <a:xfrm>
            <a:off x="-5080" y="6318885"/>
            <a:ext cx="12212320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3097530" y="6407150"/>
            <a:ext cx="1172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并发出片</a:t>
            </a:r>
          </a:p>
        </p:txBody>
      </p:sp>
      <p:cxnSp>
        <p:nvCxnSpPr>
          <p:cNvPr id="35" name="PA-直接连接符 26"/>
          <p:cNvCxnSpPr/>
          <p:nvPr>
            <p:custDataLst>
              <p:tags r:id="rId15"/>
            </p:custDataLst>
          </p:nvPr>
        </p:nvCxnSpPr>
        <p:spPr>
          <a:xfrm>
            <a:off x="486600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36" name="PA-直接连接符 26"/>
          <p:cNvCxnSpPr/>
          <p:nvPr>
            <p:custDataLst>
              <p:tags r:id="rId16"/>
            </p:custDataLst>
          </p:nvPr>
        </p:nvCxnSpPr>
        <p:spPr>
          <a:xfrm>
            <a:off x="730313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38" name="PA-直接连接符 26"/>
          <p:cNvCxnSpPr/>
          <p:nvPr>
            <p:custDataLst>
              <p:tags r:id="rId17"/>
            </p:custDataLst>
          </p:nvPr>
        </p:nvCxnSpPr>
        <p:spPr>
          <a:xfrm>
            <a:off x="9742170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40" name="文本框 39"/>
          <p:cNvSpPr txBox="1"/>
          <p:nvPr/>
        </p:nvSpPr>
        <p:spPr>
          <a:xfrm>
            <a:off x="5530215" y="6391910"/>
            <a:ext cx="1168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自动清洗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800925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混合优化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1043241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轮询评估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645400" y="54952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5">
                    <a:lumMod val="75000"/>
                  </a:schemeClr>
                </a:solidFill>
                <a:latin typeface="汉仪铸字美心体简" panose="00020600040101010101" charset="-122"/>
                <a:ea typeface="汉仪铸字美心体简" panose="00020600040101010101" charset="-122"/>
              </a:rPr>
              <a:t>回溯实现自动清洗</a:t>
            </a:r>
          </a:p>
        </p:txBody>
      </p:sp>
      <p:sp>
        <p:nvSpPr>
          <p:cNvPr id="48" name="图文框 47"/>
          <p:cNvSpPr/>
          <p:nvPr/>
        </p:nvSpPr>
        <p:spPr>
          <a:xfrm>
            <a:off x="5864860" y="1664335"/>
            <a:ext cx="2047240" cy="1407160"/>
          </a:xfrm>
          <a:prstGeom prst="frame">
            <a:avLst>
              <a:gd name="adj1" fmla="val 6498"/>
            </a:avLst>
          </a:prstGeom>
          <a:gradFill>
            <a:gsLst>
              <a:gs pos="50000">
                <a:srgbClr val="7B91BA">
                  <a:alpha val="76000"/>
                </a:srgbClr>
              </a:gs>
              <a:gs pos="0">
                <a:srgbClr val="7B91BA">
                  <a:alpha val="62000"/>
                </a:srgbClr>
              </a:gs>
              <a:gs pos="100000">
                <a:srgbClr val="7B91BA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箭头: 右 42"/>
          <p:cNvSpPr>
            <a:spLocks noChangeAspect="1"/>
          </p:cNvSpPr>
          <p:nvPr/>
        </p:nvSpPr>
        <p:spPr>
          <a:xfrm>
            <a:off x="5022772" y="2021105"/>
            <a:ext cx="711246" cy="455252"/>
          </a:xfrm>
          <a:prstGeom prst="rightArrow">
            <a:avLst/>
          </a:prstGeom>
          <a:solidFill>
            <a:schemeClr val="tx2">
              <a:alpha val="5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6614160" y="1889760"/>
            <a:ext cx="548640" cy="548640"/>
            <a:chOff x="10434" y="3345"/>
            <a:chExt cx="864" cy="864"/>
          </a:xfrm>
        </p:grpSpPr>
        <p:sp>
          <p:nvSpPr>
            <p:cNvPr id="52" name="椭圆 51"/>
            <p:cNvSpPr/>
            <p:nvPr/>
          </p:nvSpPr>
          <p:spPr>
            <a:xfrm>
              <a:off x="10477" y="3388"/>
              <a:ext cx="778" cy="778"/>
            </a:xfrm>
            <a:prstGeom prst="ellipse">
              <a:avLst/>
            </a:prstGeom>
            <a:gradFill>
              <a:gsLst>
                <a:gs pos="50000">
                  <a:srgbClr val="BB59BC"/>
                </a:gs>
                <a:gs pos="100000">
                  <a:srgbClr val="425CCA"/>
                </a:gs>
                <a:gs pos="0">
                  <a:srgbClr val="F7CC7E"/>
                </a:gs>
              </a:gsLst>
              <a:path path="rect">
                <a:fillToRect l="100000" b="100000"/>
              </a:path>
              <a:tileRect t="-100000" r="-100000"/>
            </a:gradFill>
            <a:ln w="12700" cmpd="sng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0434" y="3345"/>
              <a:ext cx="864" cy="864"/>
            </a:xfrm>
            <a:prstGeom prst="ellipse">
              <a:avLst/>
            </a:prstGeom>
            <a:noFill/>
            <a:ln w="12700" cmpd="sng">
              <a:solidFill>
                <a:schemeClr val="tx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gradFill>
                    <a:gsLst>
                      <a:gs pos="50000">
                        <a:srgbClr val="BB59BC"/>
                      </a:gs>
                      <a:gs pos="100000">
                        <a:srgbClr val="425CCA"/>
                      </a:gs>
                      <a:gs pos="0">
                        <a:srgbClr val="F7CC7E"/>
                      </a:gs>
                    </a:gsLst>
                    <a:path path="rect">
                      <a:fillToRect l="100000" b="100000"/>
                    </a:path>
                    <a:tileRect t="-100000" r="-100000"/>
                  </a:gra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5" name="文本框 54"/>
          <p:cNvSpPr txBox="1"/>
          <p:nvPr/>
        </p:nvSpPr>
        <p:spPr>
          <a:xfrm>
            <a:off x="6491605" y="1250950"/>
            <a:ext cx="1073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金山云技术体" charset="-122"/>
                <a:ea typeface="金山云技术体" charset="-122"/>
              </a:rPr>
              <a:t>加工腔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5887720" y="2613660"/>
            <a:ext cx="21209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7030A0"/>
                </a:solidFill>
                <a:latin typeface="标准粗黑" panose="02000503000000000000" charset="-122"/>
                <a:ea typeface="标准粗黑" panose="02000503000000000000" charset="-122"/>
              </a:rPr>
              <a:t>加工时间为清洗时间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8009255" y="3296285"/>
            <a:ext cx="35102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0070C0"/>
                </a:solidFill>
                <a:latin typeface="汉仪铸字美心体简" panose="00020600040101010101" charset="-122"/>
                <a:ea typeface="汉仪铸字美心体简" panose="00020600040101010101" charset="-122"/>
              </a:rPr>
              <a:t>记录待清洗时间点，程序回溯，下次运行至此处自动清洗。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8302625" y="1503045"/>
            <a:ext cx="35883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汉仪铸字美心体简" panose="00020600040101010101" charset="-122"/>
                <a:ea typeface="汉仪铸字美心体简" panose="00020600040101010101" charset="-122"/>
              </a:rPr>
              <a:t>自适应多种工艺路径的清洗问题，算法实现简洁。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left)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1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" dur="2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left)">
                                      <p:cBhvr>
                                        <p:cTn id="7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500"/>
                            </p:stCondLst>
                            <p:childTnLst>
                              <p:par>
                                <p:cTn id="75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37" grpId="0"/>
      <p:bldP spid="6" grpId="0" bldLvl="0" animBg="1"/>
      <p:bldP spid="10" grpId="0" bldLvl="0" animBg="1"/>
      <p:bldP spid="10" grpId="1" bldLvl="0" animBg="1"/>
      <p:bldP spid="21" grpId="0"/>
      <p:bldP spid="21" grpId="1"/>
      <p:bldP spid="27" grpId="0" bldLvl="0" animBg="1"/>
      <p:bldP spid="27" grpId="1" bldLvl="0" animBg="1"/>
      <p:bldP spid="32" grpId="0"/>
      <p:bldP spid="32" grpId="1"/>
      <p:bldP spid="42" grpId="0" bldLvl="0" animBg="1"/>
      <p:bldP spid="4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911215" y="1902460"/>
            <a:ext cx="2509520" cy="1435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latin typeface="标准粗黑" panose="02000503000000000000" charset="-122"/>
                <a:ea typeface="标准粗黑" panose="02000503000000000000" charset="-122"/>
                <a:cs typeface="Times New Roman" panose="02020603050405020304" pitchFamily="18" charset="0"/>
              </a:rPr>
              <a:t>当前面所有晶圆均满足系统约束，仅需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标准粗黑" panose="02000503000000000000" charset="-122"/>
                <a:ea typeface="标准粗黑" panose="02000503000000000000" charset="-122"/>
                <a:cs typeface="Times New Roman" panose="02020603050405020304" pitchFamily="18" charset="0"/>
              </a:rPr>
              <a:t>延迟当前晶圆放入时间</a:t>
            </a:r>
            <a:r>
              <a:rPr lang="zh-CN" altLang="en-US" b="1" dirty="0">
                <a:latin typeface="标准粗黑" panose="02000503000000000000" charset="-122"/>
                <a:ea typeface="标准粗黑" panose="02000503000000000000" charset="-122"/>
                <a:cs typeface="Times New Roman" panose="02020603050405020304" pitchFamily="18" charset="0"/>
              </a:rPr>
              <a:t>，总会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标准粗黑" panose="02000503000000000000" charset="-122"/>
                <a:ea typeface="标准粗黑" panose="02000503000000000000" charset="-122"/>
                <a:cs typeface="Times New Roman" panose="02020603050405020304" pitchFamily="18" charset="0"/>
              </a:rPr>
              <a:t>满足系统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标准粗黑" panose="02000503000000000000" charset="-122"/>
                <a:ea typeface="标准粗黑" panose="02000503000000000000" charset="-122"/>
                <a:cs typeface="Times New Roman" panose="02020603050405020304" pitchFamily="18" charset="0"/>
              </a:rPr>
              <a:t>JIT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标准粗黑" panose="02000503000000000000" charset="-122"/>
                <a:ea typeface="标准粗黑" panose="02000503000000000000" charset="-122"/>
                <a:cs typeface="Times New Roman" panose="02020603050405020304" pitchFamily="18" charset="0"/>
              </a:rPr>
              <a:t>约束</a:t>
            </a:r>
          </a:p>
        </p:txBody>
      </p:sp>
      <p:pic>
        <p:nvPicPr>
          <p:cNvPr id="17" name="图片 16" descr="figure 3.1 优化思路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14080" y="824865"/>
            <a:ext cx="3581400" cy="5403850"/>
          </a:xfrm>
          <a:prstGeom prst="rect">
            <a:avLst/>
          </a:prstGeom>
        </p:spPr>
      </p:pic>
      <p:pic>
        <p:nvPicPr>
          <p:cNvPr id="4" name="图片 3" descr="晶圆递推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71328" y="3498888"/>
            <a:ext cx="3067685" cy="2741295"/>
          </a:xfrm>
          <a:prstGeom prst="rect">
            <a:avLst/>
          </a:prstGeom>
        </p:spPr>
      </p:pic>
      <p:pic>
        <p:nvPicPr>
          <p:cNvPr id="9" name="图片 8" descr="figure 3.3 目标函数解析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0985" y="2327694"/>
            <a:ext cx="5290820" cy="7994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4640" y="2014220"/>
            <a:ext cx="2477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混合优化优化模型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94640" y="4785144"/>
            <a:ext cx="1628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求解方法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4640" y="3351949"/>
            <a:ext cx="1449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优化变量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87985" y="3841750"/>
            <a:ext cx="3501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标准粗黑" panose="02000503000000000000" charset="-122"/>
                <a:ea typeface="标准粗黑" panose="02000503000000000000" charset="-122"/>
                <a:cs typeface="Times New Roman" panose="02020603050405020304" pitchFamily="18" charset="0"/>
              </a:rPr>
              <a:t>晶圆的放入时间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40995" y="5283200"/>
            <a:ext cx="3948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标准粗黑" panose="02000503000000000000" charset="-122"/>
                <a:ea typeface="标准粗黑" panose="02000503000000000000" charset="-122"/>
                <a:cs typeface="Times New Roman" panose="02020603050405020304" pitchFamily="18" charset="0"/>
              </a:rPr>
              <a:t>逐片</a:t>
            </a:r>
            <a:r>
              <a:rPr lang="zh-CN" altLang="en-US" b="1">
                <a:solidFill>
                  <a:schemeClr val="accent2">
                    <a:lumMod val="75000"/>
                  </a:schemeClr>
                </a:solidFill>
                <a:latin typeface="标准粗黑" panose="02000503000000000000" charset="-122"/>
                <a:ea typeface="标准粗黑" panose="02000503000000000000" charset="-122"/>
                <a:cs typeface="Times New Roman" panose="02020603050405020304" pitchFamily="18" charset="0"/>
              </a:rPr>
              <a:t>迭代优化</a:t>
            </a:r>
            <a:r>
              <a:rPr lang="zh-CN" altLang="en-US">
                <a:latin typeface="标准粗黑" panose="02000503000000000000" charset="-122"/>
                <a:ea typeface="标准粗黑" panose="02000503000000000000" charset="-122"/>
                <a:cs typeface="Times New Roman" panose="02020603050405020304" pitchFamily="18" charset="0"/>
              </a:rPr>
              <a:t>，每次基于</a:t>
            </a:r>
            <a:r>
              <a:rPr lang="zh-CN" altLang="en-US" b="1">
                <a:solidFill>
                  <a:schemeClr val="accent2">
                    <a:lumMod val="75000"/>
                  </a:schemeClr>
                </a:solidFill>
                <a:latin typeface="标准粗黑" panose="02000503000000000000" charset="-122"/>
                <a:ea typeface="标准粗黑" panose="02000503000000000000" charset="-122"/>
                <a:cs typeface="Times New Roman" panose="02020603050405020304" pitchFamily="18" charset="0"/>
              </a:rPr>
              <a:t>贪心</a:t>
            </a:r>
            <a:r>
              <a:rPr lang="zh-CN" altLang="en-US">
                <a:latin typeface="标准粗黑" panose="02000503000000000000" charset="-122"/>
                <a:ea typeface="标准粗黑" panose="02000503000000000000" charset="-122"/>
                <a:cs typeface="Times New Roman" panose="02020603050405020304" pitchFamily="18" charset="0"/>
              </a:rPr>
              <a:t>的思想</a:t>
            </a:r>
          </a:p>
          <a:p>
            <a:r>
              <a:rPr lang="zh-CN" altLang="en-US">
                <a:latin typeface="标准粗黑" panose="02000503000000000000" charset="-122"/>
                <a:ea typeface="标准粗黑" panose="02000503000000000000" charset="-122"/>
                <a:cs typeface="Times New Roman" panose="02020603050405020304" pitchFamily="18" charset="0"/>
              </a:rPr>
              <a:t>仅优化单一变量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597150" y="1733572"/>
            <a:ext cx="27038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金山云技术体" charset="-122"/>
                <a:ea typeface="金山云技术体" charset="-122"/>
              </a:rPr>
              <a:t>算法效率高，稳定性强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5911215" y="1379855"/>
            <a:ext cx="27774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系统前向保持性（</a:t>
            </a:r>
            <a:r>
              <a:rPr lang="en-US" altLang="zh-CN" sz="2000" dirty="0">
                <a:solidFill>
                  <a:srgbClr val="00B050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FPP</a:t>
            </a:r>
            <a:r>
              <a:rPr lang="zh-CN" altLang="en-US" sz="2000" dirty="0">
                <a:solidFill>
                  <a:srgbClr val="00B050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）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295275" y="112268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汉仪铸字美心体简" panose="00020600040101010101" charset="-122"/>
                <a:ea typeface="汉仪铸字美心体简" panose="00020600040101010101" charset="-122"/>
              </a:rPr>
              <a:t>贪心迭代</a:t>
            </a:r>
          </a:p>
        </p:txBody>
      </p:sp>
      <p:sp>
        <p:nvSpPr>
          <p:cNvPr id="133" name="PA-文本框 8"/>
          <p:cNvSpPr txBox="1"/>
          <p:nvPr>
            <p:custDataLst>
              <p:tags r:id="rId1"/>
            </p:custDataLst>
          </p:nvPr>
        </p:nvSpPr>
        <p:spPr>
          <a:xfrm>
            <a:off x="2772662" y="230619"/>
            <a:ext cx="1586585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cs typeface="仓耳玄三M W05" panose="02020400000000000000" charset="-128"/>
                <a:sym typeface="汉仪雅酷黑简" panose="00020600040101010101" charset="-122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ea"/>
              <a:cs typeface="Saturday Sans Regular" panose="02010600010101010101" charset="-122"/>
              <a:sym typeface="汉仪雅酷黑简" panose="00020600040101010101" charset="-122"/>
              <a:rtl val="0"/>
            </a:endParaRPr>
          </a:p>
        </p:txBody>
      </p:sp>
      <p:sp>
        <p:nvSpPr>
          <p:cNvPr id="134" name="PA-文本框 10"/>
          <p:cNvSpPr txBox="1"/>
          <p:nvPr>
            <p:custDataLst>
              <p:tags r:id="rId2"/>
            </p:custDataLst>
          </p:nvPr>
        </p:nvSpPr>
        <p:spPr>
          <a:xfrm>
            <a:off x="7923990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技术指标</a:t>
            </a:r>
          </a:p>
        </p:txBody>
      </p:sp>
      <p:sp>
        <p:nvSpPr>
          <p:cNvPr id="135" name="PA-文本框 15"/>
          <p:cNvSpPr txBox="1"/>
          <p:nvPr>
            <p:custDataLst>
              <p:tags r:id="rId3"/>
            </p:custDataLst>
          </p:nvPr>
        </p:nvSpPr>
        <p:spPr>
          <a:xfrm>
            <a:off x="9593686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创新点</a:t>
            </a:r>
          </a:p>
        </p:txBody>
      </p:sp>
      <p:cxnSp>
        <p:nvCxnSpPr>
          <p:cNvPr id="136" name="PA-直接连接符 26"/>
          <p:cNvCxnSpPr/>
          <p:nvPr>
            <p:custDataLst>
              <p:tags r:id="rId4"/>
            </p:custDataLst>
          </p:nvPr>
        </p:nvCxnSpPr>
        <p:spPr>
          <a:xfrm>
            <a:off x="9552131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38" name="图片 137"/>
          <p:cNvPicPr>
            <a:picLocks noChangeAspect="1"/>
          </p:cNvPicPr>
          <p:nvPr/>
        </p:nvPicPr>
        <p:blipFill>
          <a:blip r:embed="rId22" cstate="print">
            <a:duotone>
              <a:prstClr val="black"/>
              <a:srgbClr val="008B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 detail="2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23" y="110068"/>
            <a:ext cx="441726" cy="547807"/>
          </a:xfrm>
          <a:prstGeom prst="rect">
            <a:avLst/>
          </a:prstGeom>
        </p:spPr>
      </p:pic>
      <p:cxnSp>
        <p:nvCxnSpPr>
          <p:cNvPr id="140" name="PA-直接连接符 26"/>
          <p:cNvCxnSpPr/>
          <p:nvPr>
            <p:custDataLst>
              <p:tags r:id="rId5"/>
            </p:custDataLst>
          </p:nvPr>
        </p:nvCxnSpPr>
        <p:spPr>
          <a:xfrm>
            <a:off x="7882434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41" name="PA-直接连接符 26"/>
          <p:cNvCxnSpPr/>
          <p:nvPr>
            <p:custDataLst>
              <p:tags r:id="rId6"/>
            </p:custDataLst>
          </p:nvPr>
        </p:nvCxnSpPr>
        <p:spPr>
          <a:xfrm>
            <a:off x="6212738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42" name="PA-任意多边形 121"/>
          <p:cNvSpPr/>
          <p:nvPr>
            <p:custDataLst>
              <p:tags r:id="rId7"/>
            </p:custDataLst>
          </p:nvPr>
        </p:nvSpPr>
        <p:spPr>
          <a:xfrm>
            <a:off x="2502423" y="220980"/>
            <a:ext cx="163942" cy="327660"/>
          </a:xfrm>
          <a:custGeom>
            <a:avLst/>
            <a:gdLst/>
            <a:ahLst/>
            <a:cxnLst/>
            <a:rect l="0" t="0" r="0" b="0"/>
            <a:pathLst>
              <a:path w="275824" h="551647">
                <a:moveTo>
                  <a:pt x="0" y="551646"/>
                </a:moveTo>
                <a:lnTo>
                  <a:pt x="275823" y="275823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gradFill>
              <a:gsLst>
                <a:gs pos="8000">
                  <a:srgbClr val="00C2FF"/>
                </a:gs>
                <a:gs pos="100000">
                  <a:srgbClr val="008BFF">
                    <a:lumMod val="75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143" name="PA-矩形 114"/>
          <p:cNvSpPr/>
          <p:nvPr>
            <p:custDataLst>
              <p:tags r:id="rId8"/>
            </p:custDataLst>
          </p:nvPr>
        </p:nvSpPr>
        <p:spPr>
          <a:xfrm rot="18900000">
            <a:off x="2408555" y="322334"/>
            <a:ext cx="125039" cy="124954"/>
          </a:xfrm>
          <a:prstGeom prst="rect">
            <a:avLst/>
          </a:prstGeom>
          <a:gradFill flip="none" rotWithShape="1">
            <a:gsLst>
              <a:gs pos="0">
                <a:srgbClr val="00C2FF"/>
              </a:gs>
              <a:gs pos="99000">
                <a:srgbClr val="008B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544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cxnSp>
        <p:nvCxnSpPr>
          <p:cNvPr id="144" name="PA-直接连接符 26"/>
          <p:cNvCxnSpPr/>
          <p:nvPr>
            <p:custDataLst>
              <p:tags r:id="rId9"/>
            </p:custDataLst>
          </p:nvPr>
        </p:nvCxnSpPr>
        <p:spPr>
          <a:xfrm>
            <a:off x="4486275" y="229870"/>
            <a:ext cx="0" cy="315595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45" name="图片 144" descr="集创赛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147" name="PA-文本框 6"/>
          <p:cNvSpPr txBox="1"/>
          <p:nvPr>
            <p:custDataLst>
              <p:tags r:id="rId10"/>
            </p:custDataLst>
          </p:nvPr>
        </p:nvSpPr>
        <p:spPr>
          <a:xfrm>
            <a:off x="4605020" y="149860"/>
            <a:ext cx="1580515" cy="4679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项目介绍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148" name="PA-任意多边形 7"/>
          <p:cNvSpPr/>
          <p:nvPr>
            <p:custDataLst>
              <p:tags r:id="rId11"/>
            </p:custDataLst>
          </p:nvPr>
        </p:nvSpPr>
        <p:spPr>
          <a:xfrm>
            <a:off x="6263892" y="149953"/>
            <a:ext cx="1586586" cy="468036"/>
          </a:xfrm>
          <a:prstGeom prst="roundRect">
            <a:avLst/>
          </a:prstGeom>
          <a:gradFill flip="none" rotWithShape="1">
            <a:gsLst>
              <a:gs pos="10000">
                <a:srgbClr val="008BFF"/>
              </a:gs>
              <a:gs pos="50000">
                <a:srgbClr val="008BFF">
                  <a:lumMod val="75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" dist="38100" dir="5400000" sx="99000" sy="99000" algn="t" rotWithShape="0">
              <a:srgbClr val="008BFF">
                <a:lumMod val="50000"/>
                <a:alpha val="53000"/>
              </a:srgbClr>
            </a:outerShdw>
          </a:effectLst>
        </p:spPr>
        <p:txBody>
          <a:bodyPr rtlCol="0" anchor="ctr"/>
          <a:lstStyle/>
          <a:p>
            <a:pPr algn="ctr" defTabSz="1219200"/>
            <a:endParaRPr lang="zh-CN" altLang="en-US" sz="2400" kern="0" dirty="0">
              <a:solidFill>
                <a:prstClr val="white"/>
              </a:solidFill>
              <a:latin typeface="仓耳玄三M W05" panose="02020400000000000000" charset="-128"/>
            </a:endParaRPr>
          </a:p>
        </p:txBody>
      </p:sp>
      <p:sp>
        <p:nvSpPr>
          <p:cNvPr id="139" name="PA-文本框 10"/>
          <p:cNvSpPr txBox="1"/>
          <p:nvPr>
            <p:custDataLst>
              <p:tags r:id="rId12"/>
            </p:custDataLst>
          </p:nvPr>
        </p:nvSpPr>
        <p:spPr>
          <a:xfrm>
            <a:off x="6254294" y="199821"/>
            <a:ext cx="158658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技术路线</a:t>
            </a:r>
          </a:p>
        </p:txBody>
      </p:sp>
      <p:sp>
        <p:nvSpPr>
          <p:cNvPr id="137" name="任意多边形: 形状 32"/>
          <p:cNvSpPr/>
          <p:nvPr>
            <p:custDataLst>
              <p:tags r:id="rId13"/>
            </p:custDataLst>
          </p:nvPr>
        </p:nvSpPr>
        <p:spPr>
          <a:xfrm flipV="1">
            <a:off x="-3810" y="726128"/>
            <a:ext cx="12192000" cy="55383"/>
          </a:xfrm>
          <a:custGeom>
            <a:avLst/>
            <a:gdLst>
              <a:gd name="connsiteX0" fmla="*/ 0 w 12192000"/>
              <a:gd name="connsiteY0" fmla="*/ 55383 h 55383"/>
              <a:gd name="connsiteX1" fmla="*/ 12192000 w 12192000"/>
              <a:gd name="connsiteY1" fmla="*/ 55383 h 55383"/>
              <a:gd name="connsiteX2" fmla="*/ 12192000 w 12192000"/>
              <a:gd name="connsiteY2" fmla="*/ 0 h 55383"/>
              <a:gd name="connsiteX3" fmla="*/ 0 w 12192000"/>
              <a:gd name="connsiteY3" fmla="*/ 0 h 5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383">
                <a:moveTo>
                  <a:pt x="0" y="55383"/>
                </a:moveTo>
                <a:lnTo>
                  <a:pt x="12192000" y="55383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008BFF">
                  <a:lumMod val="75000"/>
                </a:srgbClr>
              </a:gs>
              <a:gs pos="100000">
                <a:srgbClr val="008BFF">
                  <a:lumMod val="20000"/>
                  <a:lumOff val="80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outerShdw blurRad="279400" dist="203200" dir="3600000" sx="88000" sy="88000" algn="t" rotWithShape="0">
              <a:srgbClr val="00C2FF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7632700" y="6377305"/>
            <a:ext cx="1799590" cy="432000"/>
          </a:xfrm>
          <a:prstGeom prst="roundRect">
            <a:avLst>
              <a:gd name="adj" fmla="val 29868"/>
            </a:avLst>
          </a:prstGeom>
          <a:gradFill>
            <a:gsLst>
              <a:gs pos="10000">
                <a:srgbClr val="008BFF">
                  <a:alpha val="100000"/>
                </a:srgbClr>
              </a:gs>
              <a:gs pos="64000">
                <a:srgbClr val="0068BF">
                  <a:lumMod val="75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99977" y="6398385"/>
            <a:ext cx="650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总览</a:t>
            </a:r>
          </a:p>
        </p:txBody>
      </p:sp>
      <p:cxnSp>
        <p:nvCxnSpPr>
          <p:cNvPr id="19" name="PA-直接连接符 26"/>
          <p:cNvCxnSpPr/>
          <p:nvPr>
            <p:custDataLst>
              <p:tags r:id="rId14"/>
            </p:custDataLst>
          </p:nvPr>
        </p:nvCxnSpPr>
        <p:spPr>
          <a:xfrm>
            <a:off x="241998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20" name="直接连接符 19"/>
          <p:cNvCxnSpPr/>
          <p:nvPr/>
        </p:nvCxnSpPr>
        <p:spPr>
          <a:xfrm>
            <a:off x="-5080" y="6318885"/>
            <a:ext cx="12212320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114675" y="6407150"/>
            <a:ext cx="1172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并发出片</a:t>
            </a:r>
          </a:p>
        </p:txBody>
      </p:sp>
      <p:cxnSp>
        <p:nvCxnSpPr>
          <p:cNvPr id="22" name="PA-直接连接符 26"/>
          <p:cNvCxnSpPr/>
          <p:nvPr>
            <p:custDataLst>
              <p:tags r:id="rId15"/>
            </p:custDataLst>
          </p:nvPr>
        </p:nvCxnSpPr>
        <p:spPr>
          <a:xfrm>
            <a:off x="486600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23" name="PA-直接连接符 26"/>
          <p:cNvCxnSpPr/>
          <p:nvPr>
            <p:custDataLst>
              <p:tags r:id="rId16"/>
            </p:custDataLst>
          </p:nvPr>
        </p:nvCxnSpPr>
        <p:spPr>
          <a:xfrm>
            <a:off x="730313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24" name="PA-直接连接符 26"/>
          <p:cNvCxnSpPr/>
          <p:nvPr>
            <p:custDataLst>
              <p:tags r:id="rId17"/>
            </p:custDataLst>
          </p:nvPr>
        </p:nvCxnSpPr>
        <p:spPr>
          <a:xfrm>
            <a:off x="9742170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25" name="文本框 24"/>
          <p:cNvSpPr txBox="1"/>
          <p:nvPr/>
        </p:nvSpPr>
        <p:spPr>
          <a:xfrm>
            <a:off x="557085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自动清洗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8009255" y="6412230"/>
            <a:ext cx="1148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混合优化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043241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轮询评估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/>
          <p:cNvGrpSpPr/>
          <p:nvPr/>
        </p:nvGrpSpPr>
        <p:grpSpPr>
          <a:xfrm>
            <a:off x="511810" y="1537970"/>
            <a:ext cx="3063240" cy="3346450"/>
            <a:chOff x="806" y="2502"/>
            <a:chExt cx="4824" cy="5270"/>
          </a:xfrm>
        </p:grpSpPr>
        <p:grpSp>
          <p:nvGrpSpPr>
            <p:cNvPr id="132" name="组合 131"/>
            <p:cNvGrpSpPr/>
            <p:nvPr/>
          </p:nvGrpSpPr>
          <p:grpSpPr>
            <a:xfrm>
              <a:off x="1104" y="2783"/>
              <a:ext cx="876" cy="4443"/>
              <a:chOff x="496" y="2207"/>
              <a:chExt cx="876" cy="4443"/>
            </a:xfrm>
          </p:grpSpPr>
          <p:sp>
            <p:nvSpPr>
              <p:cNvPr id="3" name="椭圆 2"/>
              <p:cNvSpPr/>
              <p:nvPr>
                <p:custDataLst>
                  <p:tags r:id="rId89"/>
                </p:custDataLst>
              </p:nvPr>
            </p:nvSpPr>
            <p:spPr>
              <a:xfrm>
                <a:off x="496" y="6084"/>
                <a:ext cx="567" cy="5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椭圆 3"/>
              <p:cNvSpPr/>
              <p:nvPr>
                <p:custDataLst>
                  <p:tags r:id="rId90"/>
                </p:custDataLst>
              </p:nvPr>
            </p:nvSpPr>
            <p:spPr>
              <a:xfrm>
                <a:off x="496" y="5794"/>
                <a:ext cx="567" cy="567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>
                <p:custDataLst>
                  <p:tags r:id="rId91"/>
                </p:custDataLst>
              </p:nvPr>
            </p:nvSpPr>
            <p:spPr>
              <a:xfrm>
                <a:off x="496" y="5517"/>
                <a:ext cx="567" cy="56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>
                <p:custDataLst>
                  <p:tags r:id="rId92"/>
                </p:custDataLst>
              </p:nvPr>
            </p:nvSpPr>
            <p:spPr>
              <a:xfrm>
                <a:off x="496" y="5227"/>
                <a:ext cx="567" cy="567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>
                <p:custDataLst>
                  <p:tags r:id="rId93"/>
                </p:custDataLst>
              </p:nvPr>
            </p:nvSpPr>
            <p:spPr>
              <a:xfrm>
                <a:off x="496" y="4950"/>
                <a:ext cx="567" cy="567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>
                <p:custDataLst>
                  <p:tags r:id="rId94"/>
                </p:custDataLst>
              </p:nvPr>
            </p:nvSpPr>
            <p:spPr>
              <a:xfrm>
                <a:off x="496" y="4660"/>
                <a:ext cx="567" cy="5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>
                <p:custDataLst>
                  <p:tags r:id="rId95"/>
                </p:custDataLst>
              </p:nvPr>
            </p:nvSpPr>
            <p:spPr>
              <a:xfrm>
                <a:off x="496" y="3064"/>
                <a:ext cx="567" cy="567"/>
              </a:xfrm>
              <a:prstGeom prst="ellipse">
                <a:avLst/>
              </a:prstGeom>
              <a:solidFill>
                <a:srgbClr val="24908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>
                <p:custDataLst>
                  <p:tags r:id="rId96"/>
                </p:custDataLst>
              </p:nvPr>
            </p:nvSpPr>
            <p:spPr>
              <a:xfrm>
                <a:off x="496" y="2774"/>
                <a:ext cx="567" cy="567"/>
              </a:xfrm>
              <a:prstGeom prst="ellipse">
                <a:avLst/>
              </a:prstGeom>
              <a:solidFill>
                <a:srgbClr val="588E3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>
                <p:custDataLst>
                  <p:tags r:id="rId97"/>
                </p:custDataLst>
              </p:nvPr>
            </p:nvSpPr>
            <p:spPr>
              <a:xfrm>
                <a:off x="496" y="2497"/>
                <a:ext cx="567" cy="567"/>
              </a:xfrm>
              <a:prstGeom prst="ellipse">
                <a:avLst/>
              </a:prstGeom>
              <a:solidFill>
                <a:srgbClr val="B68C0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>
                <p:custDataLst>
                  <p:tags r:id="rId98"/>
                </p:custDataLst>
              </p:nvPr>
            </p:nvSpPr>
            <p:spPr>
              <a:xfrm>
                <a:off x="496" y="2207"/>
                <a:ext cx="567" cy="567"/>
              </a:xfrm>
              <a:prstGeom prst="ellipse">
                <a:avLst/>
              </a:prstGeom>
              <a:solidFill>
                <a:srgbClr val="85132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文本框 18"/>
              <p:cNvSpPr txBox="1"/>
              <p:nvPr>
                <p:custDataLst>
                  <p:tags r:id="rId99"/>
                </p:custDataLst>
              </p:nvPr>
            </p:nvSpPr>
            <p:spPr>
              <a:xfrm>
                <a:off x="504" y="3592"/>
                <a:ext cx="869" cy="1261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l"/>
                <a:r>
                  <a:rPr lang="en-US" altLang="zh-CN" sz="2400" b="1"/>
                  <a:t>……</a:t>
                </a:r>
              </a:p>
            </p:txBody>
          </p:sp>
        </p:grpSp>
        <p:grpSp>
          <p:nvGrpSpPr>
            <p:cNvPr id="133" name="组合 132"/>
            <p:cNvGrpSpPr/>
            <p:nvPr/>
          </p:nvGrpSpPr>
          <p:grpSpPr>
            <a:xfrm>
              <a:off x="1981" y="2785"/>
              <a:ext cx="876" cy="4443"/>
              <a:chOff x="1373" y="2209"/>
              <a:chExt cx="876" cy="4443"/>
            </a:xfrm>
          </p:grpSpPr>
          <p:sp>
            <p:nvSpPr>
              <p:cNvPr id="23" name="椭圆 22"/>
              <p:cNvSpPr/>
              <p:nvPr>
                <p:custDataLst>
                  <p:tags r:id="rId78"/>
                </p:custDataLst>
              </p:nvPr>
            </p:nvSpPr>
            <p:spPr>
              <a:xfrm>
                <a:off x="1373" y="6086"/>
                <a:ext cx="567" cy="5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/>
              <p:cNvSpPr/>
              <p:nvPr>
                <p:custDataLst>
                  <p:tags r:id="rId79"/>
                </p:custDataLst>
              </p:nvPr>
            </p:nvSpPr>
            <p:spPr>
              <a:xfrm>
                <a:off x="1373" y="5796"/>
                <a:ext cx="567" cy="567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>
                <p:custDataLst>
                  <p:tags r:id="rId80"/>
                </p:custDataLst>
              </p:nvPr>
            </p:nvSpPr>
            <p:spPr>
              <a:xfrm>
                <a:off x="1373" y="5519"/>
                <a:ext cx="567" cy="56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/>
              <p:cNvSpPr/>
              <p:nvPr>
                <p:custDataLst>
                  <p:tags r:id="rId81"/>
                </p:custDataLst>
              </p:nvPr>
            </p:nvSpPr>
            <p:spPr>
              <a:xfrm>
                <a:off x="1373" y="5229"/>
                <a:ext cx="567" cy="567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/>
              <p:nvPr>
                <p:custDataLst>
                  <p:tags r:id="rId82"/>
                </p:custDataLst>
              </p:nvPr>
            </p:nvSpPr>
            <p:spPr>
              <a:xfrm>
                <a:off x="1373" y="4952"/>
                <a:ext cx="567" cy="567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>
                <p:custDataLst>
                  <p:tags r:id="rId83"/>
                </p:custDataLst>
              </p:nvPr>
            </p:nvSpPr>
            <p:spPr>
              <a:xfrm>
                <a:off x="1373" y="4662"/>
                <a:ext cx="567" cy="5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>
                <p:custDataLst>
                  <p:tags r:id="rId84"/>
                </p:custDataLst>
              </p:nvPr>
            </p:nvSpPr>
            <p:spPr>
              <a:xfrm>
                <a:off x="1373" y="3066"/>
                <a:ext cx="567" cy="567"/>
              </a:xfrm>
              <a:prstGeom prst="ellipse">
                <a:avLst/>
              </a:prstGeom>
              <a:solidFill>
                <a:srgbClr val="24908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/>
              <p:cNvSpPr/>
              <p:nvPr>
                <p:custDataLst>
                  <p:tags r:id="rId85"/>
                </p:custDataLst>
              </p:nvPr>
            </p:nvSpPr>
            <p:spPr>
              <a:xfrm>
                <a:off x="1373" y="2776"/>
                <a:ext cx="567" cy="567"/>
              </a:xfrm>
              <a:prstGeom prst="ellipse">
                <a:avLst/>
              </a:prstGeom>
              <a:solidFill>
                <a:srgbClr val="588E3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>
                <p:custDataLst>
                  <p:tags r:id="rId86"/>
                </p:custDataLst>
              </p:nvPr>
            </p:nvSpPr>
            <p:spPr>
              <a:xfrm>
                <a:off x="1373" y="2499"/>
                <a:ext cx="567" cy="567"/>
              </a:xfrm>
              <a:prstGeom prst="ellipse">
                <a:avLst/>
              </a:prstGeom>
              <a:solidFill>
                <a:srgbClr val="B68C0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/>
              <p:cNvSpPr/>
              <p:nvPr>
                <p:custDataLst>
                  <p:tags r:id="rId87"/>
                </p:custDataLst>
              </p:nvPr>
            </p:nvSpPr>
            <p:spPr>
              <a:xfrm>
                <a:off x="1373" y="2209"/>
                <a:ext cx="567" cy="567"/>
              </a:xfrm>
              <a:prstGeom prst="ellipse">
                <a:avLst/>
              </a:prstGeom>
              <a:solidFill>
                <a:srgbClr val="85132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文本框 32"/>
              <p:cNvSpPr txBox="1"/>
              <p:nvPr>
                <p:custDataLst>
                  <p:tags r:id="rId88"/>
                </p:custDataLst>
              </p:nvPr>
            </p:nvSpPr>
            <p:spPr>
              <a:xfrm>
                <a:off x="1381" y="3594"/>
                <a:ext cx="869" cy="125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l"/>
                <a:r>
                  <a:rPr lang="en-US" altLang="zh-CN" sz="2400" b="1"/>
                  <a:t>……</a:t>
                </a:r>
              </a:p>
            </p:txBody>
          </p:sp>
        </p:grpSp>
        <p:grpSp>
          <p:nvGrpSpPr>
            <p:cNvPr id="134" name="组合 133"/>
            <p:cNvGrpSpPr/>
            <p:nvPr/>
          </p:nvGrpSpPr>
          <p:grpSpPr>
            <a:xfrm>
              <a:off x="2879" y="2787"/>
              <a:ext cx="876" cy="4443"/>
              <a:chOff x="2258" y="2211"/>
              <a:chExt cx="876" cy="4443"/>
            </a:xfrm>
          </p:grpSpPr>
          <p:sp>
            <p:nvSpPr>
              <p:cNvPr id="36" name="椭圆 35"/>
              <p:cNvSpPr/>
              <p:nvPr>
                <p:custDataLst>
                  <p:tags r:id="rId67"/>
                </p:custDataLst>
              </p:nvPr>
            </p:nvSpPr>
            <p:spPr>
              <a:xfrm>
                <a:off x="2258" y="6088"/>
                <a:ext cx="567" cy="5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/>
              <p:cNvSpPr/>
              <p:nvPr>
                <p:custDataLst>
                  <p:tags r:id="rId68"/>
                </p:custDataLst>
              </p:nvPr>
            </p:nvSpPr>
            <p:spPr>
              <a:xfrm>
                <a:off x="2258" y="5798"/>
                <a:ext cx="567" cy="567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椭圆 37"/>
              <p:cNvSpPr/>
              <p:nvPr>
                <p:custDataLst>
                  <p:tags r:id="rId69"/>
                </p:custDataLst>
              </p:nvPr>
            </p:nvSpPr>
            <p:spPr>
              <a:xfrm>
                <a:off x="2258" y="5521"/>
                <a:ext cx="567" cy="56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椭圆 38"/>
              <p:cNvSpPr/>
              <p:nvPr>
                <p:custDataLst>
                  <p:tags r:id="rId70"/>
                </p:custDataLst>
              </p:nvPr>
            </p:nvSpPr>
            <p:spPr>
              <a:xfrm>
                <a:off x="2258" y="5231"/>
                <a:ext cx="567" cy="567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39"/>
              <p:cNvSpPr/>
              <p:nvPr>
                <p:custDataLst>
                  <p:tags r:id="rId71"/>
                </p:custDataLst>
              </p:nvPr>
            </p:nvSpPr>
            <p:spPr>
              <a:xfrm>
                <a:off x="2258" y="4954"/>
                <a:ext cx="567" cy="567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0"/>
              <p:cNvSpPr/>
              <p:nvPr>
                <p:custDataLst>
                  <p:tags r:id="rId72"/>
                </p:custDataLst>
              </p:nvPr>
            </p:nvSpPr>
            <p:spPr>
              <a:xfrm>
                <a:off x="2258" y="4664"/>
                <a:ext cx="567" cy="5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1"/>
              <p:cNvSpPr/>
              <p:nvPr>
                <p:custDataLst>
                  <p:tags r:id="rId73"/>
                </p:custDataLst>
              </p:nvPr>
            </p:nvSpPr>
            <p:spPr>
              <a:xfrm>
                <a:off x="2258" y="3068"/>
                <a:ext cx="567" cy="567"/>
              </a:xfrm>
              <a:prstGeom prst="ellipse">
                <a:avLst/>
              </a:prstGeom>
              <a:solidFill>
                <a:srgbClr val="24908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椭圆 42"/>
              <p:cNvSpPr/>
              <p:nvPr>
                <p:custDataLst>
                  <p:tags r:id="rId74"/>
                </p:custDataLst>
              </p:nvPr>
            </p:nvSpPr>
            <p:spPr>
              <a:xfrm>
                <a:off x="2258" y="2778"/>
                <a:ext cx="567" cy="567"/>
              </a:xfrm>
              <a:prstGeom prst="ellipse">
                <a:avLst/>
              </a:prstGeom>
              <a:solidFill>
                <a:srgbClr val="588E3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椭圆 43"/>
              <p:cNvSpPr/>
              <p:nvPr>
                <p:custDataLst>
                  <p:tags r:id="rId75"/>
                </p:custDataLst>
              </p:nvPr>
            </p:nvSpPr>
            <p:spPr>
              <a:xfrm>
                <a:off x="2258" y="2501"/>
                <a:ext cx="567" cy="567"/>
              </a:xfrm>
              <a:prstGeom prst="ellipse">
                <a:avLst/>
              </a:prstGeom>
              <a:solidFill>
                <a:srgbClr val="B68C0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椭圆 44"/>
              <p:cNvSpPr/>
              <p:nvPr>
                <p:custDataLst>
                  <p:tags r:id="rId76"/>
                </p:custDataLst>
              </p:nvPr>
            </p:nvSpPr>
            <p:spPr>
              <a:xfrm>
                <a:off x="2258" y="2211"/>
                <a:ext cx="567" cy="567"/>
              </a:xfrm>
              <a:prstGeom prst="ellipse">
                <a:avLst/>
              </a:prstGeom>
              <a:solidFill>
                <a:srgbClr val="85132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文本框 45"/>
              <p:cNvSpPr txBox="1"/>
              <p:nvPr>
                <p:custDataLst>
                  <p:tags r:id="rId77"/>
                </p:custDataLst>
              </p:nvPr>
            </p:nvSpPr>
            <p:spPr>
              <a:xfrm>
                <a:off x="2266" y="3596"/>
                <a:ext cx="869" cy="1255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l"/>
                <a:r>
                  <a:rPr lang="en-US" altLang="zh-CN" sz="2400" b="1"/>
                  <a:t>……</a:t>
                </a:r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3759" y="2789"/>
              <a:ext cx="876" cy="4443"/>
              <a:chOff x="3151" y="2213"/>
              <a:chExt cx="876" cy="4443"/>
            </a:xfrm>
          </p:grpSpPr>
          <p:sp>
            <p:nvSpPr>
              <p:cNvPr id="49" name="椭圆 48"/>
              <p:cNvSpPr/>
              <p:nvPr>
                <p:custDataLst>
                  <p:tags r:id="rId56"/>
                </p:custDataLst>
              </p:nvPr>
            </p:nvSpPr>
            <p:spPr>
              <a:xfrm>
                <a:off x="3151" y="6090"/>
                <a:ext cx="567" cy="5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椭圆 49"/>
              <p:cNvSpPr/>
              <p:nvPr>
                <p:custDataLst>
                  <p:tags r:id="rId57"/>
                </p:custDataLst>
              </p:nvPr>
            </p:nvSpPr>
            <p:spPr>
              <a:xfrm>
                <a:off x="3151" y="5800"/>
                <a:ext cx="567" cy="567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椭圆 50"/>
              <p:cNvSpPr/>
              <p:nvPr>
                <p:custDataLst>
                  <p:tags r:id="rId58"/>
                </p:custDataLst>
              </p:nvPr>
            </p:nvSpPr>
            <p:spPr>
              <a:xfrm>
                <a:off x="3151" y="5523"/>
                <a:ext cx="567" cy="56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51"/>
              <p:cNvSpPr/>
              <p:nvPr>
                <p:custDataLst>
                  <p:tags r:id="rId59"/>
                </p:custDataLst>
              </p:nvPr>
            </p:nvSpPr>
            <p:spPr>
              <a:xfrm>
                <a:off x="3151" y="5233"/>
                <a:ext cx="567" cy="567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椭圆 52"/>
              <p:cNvSpPr/>
              <p:nvPr>
                <p:custDataLst>
                  <p:tags r:id="rId60"/>
                </p:custDataLst>
              </p:nvPr>
            </p:nvSpPr>
            <p:spPr>
              <a:xfrm>
                <a:off x="3151" y="4956"/>
                <a:ext cx="567" cy="567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53"/>
              <p:cNvSpPr/>
              <p:nvPr>
                <p:custDataLst>
                  <p:tags r:id="rId61"/>
                </p:custDataLst>
              </p:nvPr>
            </p:nvSpPr>
            <p:spPr>
              <a:xfrm>
                <a:off x="3151" y="4666"/>
                <a:ext cx="567" cy="5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椭圆 54"/>
              <p:cNvSpPr/>
              <p:nvPr>
                <p:custDataLst>
                  <p:tags r:id="rId62"/>
                </p:custDataLst>
              </p:nvPr>
            </p:nvSpPr>
            <p:spPr>
              <a:xfrm>
                <a:off x="3151" y="3070"/>
                <a:ext cx="567" cy="567"/>
              </a:xfrm>
              <a:prstGeom prst="ellipse">
                <a:avLst/>
              </a:prstGeom>
              <a:solidFill>
                <a:srgbClr val="24908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椭圆 55"/>
              <p:cNvSpPr/>
              <p:nvPr>
                <p:custDataLst>
                  <p:tags r:id="rId63"/>
                </p:custDataLst>
              </p:nvPr>
            </p:nvSpPr>
            <p:spPr>
              <a:xfrm>
                <a:off x="3151" y="2780"/>
                <a:ext cx="567" cy="567"/>
              </a:xfrm>
              <a:prstGeom prst="ellipse">
                <a:avLst/>
              </a:prstGeom>
              <a:solidFill>
                <a:srgbClr val="588E3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椭圆 56"/>
              <p:cNvSpPr/>
              <p:nvPr>
                <p:custDataLst>
                  <p:tags r:id="rId64"/>
                </p:custDataLst>
              </p:nvPr>
            </p:nvSpPr>
            <p:spPr>
              <a:xfrm>
                <a:off x="3151" y="2503"/>
                <a:ext cx="567" cy="567"/>
              </a:xfrm>
              <a:prstGeom prst="ellipse">
                <a:avLst/>
              </a:prstGeom>
              <a:solidFill>
                <a:srgbClr val="B68C0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椭圆 57"/>
              <p:cNvSpPr/>
              <p:nvPr>
                <p:custDataLst>
                  <p:tags r:id="rId65"/>
                </p:custDataLst>
              </p:nvPr>
            </p:nvSpPr>
            <p:spPr>
              <a:xfrm>
                <a:off x="3151" y="2213"/>
                <a:ext cx="567" cy="567"/>
              </a:xfrm>
              <a:prstGeom prst="ellipse">
                <a:avLst/>
              </a:prstGeom>
              <a:solidFill>
                <a:srgbClr val="85132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文本框 58"/>
              <p:cNvSpPr txBox="1"/>
              <p:nvPr>
                <p:custDataLst>
                  <p:tags r:id="rId66"/>
                </p:custDataLst>
              </p:nvPr>
            </p:nvSpPr>
            <p:spPr>
              <a:xfrm>
                <a:off x="3159" y="3598"/>
                <a:ext cx="869" cy="1189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l"/>
                <a:r>
                  <a:rPr lang="en-US" altLang="zh-CN" sz="2400" b="1"/>
                  <a:t>……</a:t>
                </a:r>
              </a:p>
            </p:txBody>
          </p:sp>
        </p:grpSp>
        <p:grpSp>
          <p:nvGrpSpPr>
            <p:cNvPr id="136" name="组合 135"/>
            <p:cNvGrpSpPr/>
            <p:nvPr/>
          </p:nvGrpSpPr>
          <p:grpSpPr>
            <a:xfrm>
              <a:off x="4649" y="2791"/>
              <a:ext cx="876" cy="4443"/>
              <a:chOff x="4028" y="2215"/>
              <a:chExt cx="876" cy="4443"/>
            </a:xfrm>
          </p:grpSpPr>
          <p:sp>
            <p:nvSpPr>
              <p:cNvPr id="62" name="椭圆 61"/>
              <p:cNvSpPr/>
              <p:nvPr>
                <p:custDataLst>
                  <p:tags r:id="rId45"/>
                </p:custDataLst>
              </p:nvPr>
            </p:nvSpPr>
            <p:spPr>
              <a:xfrm>
                <a:off x="4028" y="6092"/>
                <a:ext cx="567" cy="5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/>
              <p:cNvSpPr/>
              <p:nvPr>
                <p:custDataLst>
                  <p:tags r:id="rId46"/>
                </p:custDataLst>
              </p:nvPr>
            </p:nvSpPr>
            <p:spPr>
              <a:xfrm>
                <a:off x="4028" y="5802"/>
                <a:ext cx="567" cy="567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/>
              <p:cNvSpPr/>
              <p:nvPr>
                <p:custDataLst>
                  <p:tags r:id="rId47"/>
                </p:custDataLst>
              </p:nvPr>
            </p:nvSpPr>
            <p:spPr>
              <a:xfrm>
                <a:off x="4028" y="5525"/>
                <a:ext cx="567" cy="56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椭圆 64"/>
              <p:cNvSpPr/>
              <p:nvPr>
                <p:custDataLst>
                  <p:tags r:id="rId48"/>
                </p:custDataLst>
              </p:nvPr>
            </p:nvSpPr>
            <p:spPr>
              <a:xfrm>
                <a:off x="4028" y="5235"/>
                <a:ext cx="567" cy="567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椭圆 65"/>
              <p:cNvSpPr/>
              <p:nvPr>
                <p:custDataLst>
                  <p:tags r:id="rId49"/>
                </p:custDataLst>
              </p:nvPr>
            </p:nvSpPr>
            <p:spPr>
              <a:xfrm>
                <a:off x="4028" y="4958"/>
                <a:ext cx="567" cy="567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椭圆 66"/>
              <p:cNvSpPr/>
              <p:nvPr>
                <p:custDataLst>
                  <p:tags r:id="rId50"/>
                </p:custDataLst>
              </p:nvPr>
            </p:nvSpPr>
            <p:spPr>
              <a:xfrm>
                <a:off x="4028" y="4668"/>
                <a:ext cx="567" cy="5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椭圆 67"/>
              <p:cNvSpPr/>
              <p:nvPr>
                <p:custDataLst>
                  <p:tags r:id="rId51"/>
                </p:custDataLst>
              </p:nvPr>
            </p:nvSpPr>
            <p:spPr>
              <a:xfrm>
                <a:off x="4028" y="3072"/>
                <a:ext cx="567" cy="567"/>
              </a:xfrm>
              <a:prstGeom prst="ellipse">
                <a:avLst/>
              </a:prstGeom>
              <a:solidFill>
                <a:srgbClr val="24908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椭圆 68"/>
              <p:cNvSpPr/>
              <p:nvPr>
                <p:custDataLst>
                  <p:tags r:id="rId52"/>
                </p:custDataLst>
              </p:nvPr>
            </p:nvSpPr>
            <p:spPr>
              <a:xfrm>
                <a:off x="4028" y="2782"/>
                <a:ext cx="567" cy="567"/>
              </a:xfrm>
              <a:prstGeom prst="ellipse">
                <a:avLst/>
              </a:prstGeom>
              <a:solidFill>
                <a:srgbClr val="588E3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>
                <p:custDataLst>
                  <p:tags r:id="rId53"/>
                </p:custDataLst>
              </p:nvPr>
            </p:nvSpPr>
            <p:spPr>
              <a:xfrm>
                <a:off x="4028" y="2505"/>
                <a:ext cx="567" cy="567"/>
              </a:xfrm>
              <a:prstGeom prst="ellipse">
                <a:avLst/>
              </a:prstGeom>
              <a:solidFill>
                <a:srgbClr val="B68C0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椭圆 70"/>
              <p:cNvSpPr/>
              <p:nvPr>
                <p:custDataLst>
                  <p:tags r:id="rId54"/>
                </p:custDataLst>
              </p:nvPr>
            </p:nvSpPr>
            <p:spPr>
              <a:xfrm>
                <a:off x="4028" y="2215"/>
                <a:ext cx="567" cy="567"/>
              </a:xfrm>
              <a:prstGeom prst="ellipse">
                <a:avLst/>
              </a:prstGeom>
              <a:solidFill>
                <a:srgbClr val="85132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文本框 71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4036" y="3600"/>
                <a:ext cx="869" cy="118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l"/>
                <a:r>
                  <a:rPr lang="en-US" altLang="zh-CN" sz="2400" b="1"/>
                  <a:t>……</a:t>
                </a:r>
              </a:p>
            </p:txBody>
          </p:sp>
        </p:grpSp>
        <p:cxnSp>
          <p:nvCxnSpPr>
            <p:cNvPr id="73" name="直接连接符 72"/>
            <p:cNvCxnSpPr/>
            <p:nvPr>
              <p:custDataLst>
                <p:tags r:id="rId35"/>
              </p:custDataLst>
            </p:nvPr>
          </p:nvCxnSpPr>
          <p:spPr>
            <a:xfrm>
              <a:off x="1812" y="2502"/>
              <a:ext cx="24" cy="52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>
              <p:custDataLst>
                <p:tags r:id="rId36"/>
              </p:custDataLst>
            </p:nvPr>
          </p:nvCxnSpPr>
          <p:spPr>
            <a:xfrm>
              <a:off x="2754" y="2514"/>
              <a:ext cx="11" cy="52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>
              <p:custDataLst>
                <p:tags r:id="rId37"/>
              </p:custDataLst>
            </p:nvPr>
          </p:nvCxnSpPr>
          <p:spPr>
            <a:xfrm>
              <a:off x="3580" y="2514"/>
              <a:ext cx="13" cy="52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>
              <p:custDataLst>
                <p:tags r:id="rId38"/>
              </p:custDataLst>
            </p:nvPr>
          </p:nvCxnSpPr>
          <p:spPr>
            <a:xfrm>
              <a:off x="4484" y="2514"/>
              <a:ext cx="19" cy="522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37" name="组合 136"/>
            <p:cNvGrpSpPr/>
            <p:nvPr/>
          </p:nvGrpSpPr>
          <p:grpSpPr>
            <a:xfrm>
              <a:off x="806" y="2514"/>
              <a:ext cx="4825" cy="5258"/>
              <a:chOff x="198" y="1938"/>
              <a:chExt cx="4825" cy="5258"/>
            </a:xfrm>
          </p:grpSpPr>
          <p:sp>
            <p:nvSpPr>
              <p:cNvPr id="2" name="矩形 1"/>
              <p:cNvSpPr/>
              <p:nvPr>
                <p:custDataLst>
                  <p:tags r:id="rId39"/>
                </p:custDataLst>
              </p:nvPr>
            </p:nvSpPr>
            <p:spPr>
              <a:xfrm>
                <a:off x="269" y="1938"/>
                <a:ext cx="4540" cy="52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文本框 76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198" y="6660"/>
                <a:ext cx="117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第</a:t>
                </a:r>
                <a:r>
                  <a:rPr lang="en-US" altLang="zh-CN" sz="1400"/>
                  <a:t>1</a:t>
                </a:r>
                <a:r>
                  <a:rPr lang="zh-CN" altLang="en-US" sz="1400"/>
                  <a:t>组</a:t>
                </a:r>
              </a:p>
            </p:txBody>
          </p:sp>
          <p:sp>
            <p:nvSpPr>
              <p:cNvPr id="78" name="文本框 77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1183" y="6690"/>
                <a:ext cx="117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第</a:t>
                </a:r>
                <a:r>
                  <a:rPr lang="en-US" altLang="zh-CN" sz="1400"/>
                  <a:t>2</a:t>
                </a:r>
                <a:r>
                  <a:rPr lang="zh-CN" altLang="en-US" sz="1400"/>
                  <a:t>组</a:t>
                </a:r>
              </a:p>
            </p:txBody>
          </p:sp>
          <p:sp>
            <p:nvSpPr>
              <p:cNvPr id="79" name="文本框 78"/>
              <p:cNvSpPr txBox="1"/>
              <p:nvPr>
                <p:custDataLst>
                  <p:tags r:id="rId42"/>
                </p:custDataLst>
              </p:nvPr>
            </p:nvSpPr>
            <p:spPr>
              <a:xfrm>
                <a:off x="2080" y="6688"/>
                <a:ext cx="117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第</a:t>
                </a:r>
                <a:r>
                  <a:rPr lang="en-US" altLang="zh-CN" sz="1400"/>
                  <a:t>3</a:t>
                </a:r>
                <a:r>
                  <a:rPr lang="zh-CN" altLang="en-US" sz="1400"/>
                  <a:t>组</a:t>
                </a:r>
              </a:p>
            </p:txBody>
          </p:sp>
          <p:sp>
            <p:nvSpPr>
              <p:cNvPr id="80" name="文本框 79"/>
              <p:cNvSpPr txBox="1"/>
              <p:nvPr>
                <p:custDataLst>
                  <p:tags r:id="rId43"/>
                </p:custDataLst>
              </p:nvPr>
            </p:nvSpPr>
            <p:spPr>
              <a:xfrm>
                <a:off x="2937" y="6700"/>
                <a:ext cx="117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第</a:t>
                </a:r>
                <a:r>
                  <a:rPr lang="en-US" altLang="zh-CN" sz="1400"/>
                  <a:t>4</a:t>
                </a:r>
                <a:r>
                  <a:rPr lang="zh-CN" altLang="en-US" sz="1400"/>
                  <a:t>组</a:t>
                </a:r>
              </a:p>
            </p:txBody>
          </p:sp>
          <p:sp>
            <p:nvSpPr>
              <p:cNvPr id="81" name="文本框 80"/>
              <p:cNvSpPr txBox="1"/>
              <p:nvPr>
                <p:custDataLst>
                  <p:tags r:id="rId44"/>
                </p:custDataLst>
              </p:nvPr>
            </p:nvSpPr>
            <p:spPr>
              <a:xfrm>
                <a:off x="3849" y="6714"/>
                <a:ext cx="117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第</a:t>
                </a:r>
                <a:r>
                  <a:rPr lang="en-US" altLang="zh-CN" sz="1400"/>
                  <a:t>5</a:t>
                </a:r>
                <a:r>
                  <a:rPr lang="zh-CN" altLang="en-US" sz="1400"/>
                  <a:t>组</a:t>
                </a:r>
              </a:p>
            </p:txBody>
          </p:sp>
        </p:grpSp>
      </p:grpSp>
      <p:grpSp>
        <p:nvGrpSpPr>
          <p:cNvPr id="127" name="组合 126"/>
          <p:cNvGrpSpPr/>
          <p:nvPr/>
        </p:nvGrpSpPr>
        <p:grpSpPr>
          <a:xfrm>
            <a:off x="4061460" y="1358900"/>
            <a:ext cx="1735455" cy="3542030"/>
            <a:chOff x="6612" y="1912"/>
            <a:chExt cx="2733" cy="5578"/>
          </a:xfrm>
        </p:grpSpPr>
        <p:grpSp>
          <p:nvGrpSpPr>
            <p:cNvPr id="105" name="组合 104"/>
            <p:cNvGrpSpPr/>
            <p:nvPr/>
          </p:nvGrpSpPr>
          <p:grpSpPr>
            <a:xfrm>
              <a:off x="6612" y="1925"/>
              <a:ext cx="868" cy="5551"/>
              <a:chOff x="7386" y="1478"/>
              <a:chExt cx="868" cy="5551"/>
            </a:xfrm>
          </p:grpSpPr>
          <p:sp>
            <p:nvSpPr>
              <p:cNvPr id="82" name="椭圆 81"/>
              <p:cNvSpPr/>
              <p:nvPr>
                <p:custDataLst>
                  <p:tags r:id="rId27"/>
                </p:custDataLst>
              </p:nvPr>
            </p:nvSpPr>
            <p:spPr>
              <a:xfrm>
                <a:off x="7410" y="6463"/>
                <a:ext cx="567" cy="5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椭圆 82"/>
              <p:cNvSpPr/>
              <p:nvPr>
                <p:custDataLst>
                  <p:tags r:id="rId28"/>
                </p:custDataLst>
              </p:nvPr>
            </p:nvSpPr>
            <p:spPr>
              <a:xfrm>
                <a:off x="7410" y="5801"/>
                <a:ext cx="567" cy="567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/>
              <p:cNvSpPr/>
              <p:nvPr>
                <p:custDataLst>
                  <p:tags r:id="rId29"/>
                </p:custDataLst>
              </p:nvPr>
            </p:nvSpPr>
            <p:spPr>
              <a:xfrm>
                <a:off x="7410" y="5139"/>
                <a:ext cx="567" cy="56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椭圆 84"/>
              <p:cNvSpPr/>
              <p:nvPr>
                <p:custDataLst>
                  <p:tags r:id="rId30"/>
                </p:custDataLst>
              </p:nvPr>
            </p:nvSpPr>
            <p:spPr>
              <a:xfrm>
                <a:off x="7410" y="4477"/>
                <a:ext cx="567" cy="567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/>
              <p:cNvSpPr/>
              <p:nvPr>
                <p:custDataLst>
                  <p:tags r:id="rId31"/>
                </p:custDataLst>
              </p:nvPr>
            </p:nvSpPr>
            <p:spPr>
              <a:xfrm>
                <a:off x="7410" y="1478"/>
                <a:ext cx="567" cy="567"/>
              </a:xfrm>
              <a:prstGeom prst="ellipse">
                <a:avLst/>
              </a:prstGeom>
              <a:solidFill>
                <a:srgbClr val="85132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/>
              <p:cNvSpPr/>
              <p:nvPr>
                <p:custDataLst>
                  <p:tags r:id="rId32"/>
                </p:custDataLst>
              </p:nvPr>
            </p:nvSpPr>
            <p:spPr>
              <a:xfrm>
                <a:off x="7410" y="2819"/>
                <a:ext cx="567" cy="56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/>
              <p:cNvSpPr/>
              <p:nvPr>
                <p:custDataLst>
                  <p:tags r:id="rId33"/>
                </p:custDataLst>
              </p:nvPr>
            </p:nvSpPr>
            <p:spPr>
              <a:xfrm>
                <a:off x="7410" y="2157"/>
                <a:ext cx="567" cy="567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文本框 93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7386" y="3380"/>
                <a:ext cx="869" cy="1261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l"/>
                <a:r>
                  <a:rPr lang="en-US" altLang="zh-CN" sz="2400" b="1"/>
                  <a:t>……</a:t>
                </a:r>
              </a:p>
            </p:txBody>
          </p:sp>
        </p:grpSp>
        <p:grpSp>
          <p:nvGrpSpPr>
            <p:cNvPr id="104" name="组合 103"/>
            <p:cNvGrpSpPr/>
            <p:nvPr/>
          </p:nvGrpSpPr>
          <p:grpSpPr>
            <a:xfrm>
              <a:off x="7481" y="1912"/>
              <a:ext cx="1864" cy="5578"/>
              <a:chOff x="8255" y="1465"/>
              <a:chExt cx="1864" cy="5578"/>
            </a:xfrm>
          </p:grpSpPr>
          <p:sp>
            <p:nvSpPr>
              <p:cNvPr id="95" name="文本框 94"/>
              <p:cNvSpPr txBox="1"/>
              <p:nvPr/>
            </p:nvSpPr>
            <p:spPr>
              <a:xfrm>
                <a:off x="8255" y="6463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1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1(0)</a:t>
                </a: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8255" y="5818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2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2(0)</a:t>
                </a: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8255" y="5126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3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3(0)</a:t>
                </a: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8255" y="4464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4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4(0)</a:t>
                </a: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8255" y="2819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13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13(0)</a:t>
                </a: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8255" y="2157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14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14(0)</a:t>
                </a:r>
              </a:p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8255" y="1465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15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15(0)</a:t>
                </a:r>
                <a:endParaRPr lang="en-US" altLang="zh-CN" baseline="30000"/>
              </a:p>
            </p:txBody>
          </p:sp>
        </p:grpSp>
      </p:grpSp>
      <p:grpSp>
        <p:nvGrpSpPr>
          <p:cNvPr id="126" name="组合 125"/>
          <p:cNvGrpSpPr/>
          <p:nvPr/>
        </p:nvGrpSpPr>
        <p:grpSpPr>
          <a:xfrm>
            <a:off x="9959340" y="1301750"/>
            <a:ext cx="1735455" cy="3542030"/>
            <a:chOff x="15684" y="1784"/>
            <a:chExt cx="2733" cy="5578"/>
          </a:xfrm>
        </p:grpSpPr>
        <p:grpSp>
          <p:nvGrpSpPr>
            <p:cNvPr id="107" name="组合 106"/>
            <p:cNvGrpSpPr/>
            <p:nvPr/>
          </p:nvGrpSpPr>
          <p:grpSpPr>
            <a:xfrm>
              <a:off x="15684" y="1797"/>
              <a:ext cx="868" cy="5551"/>
              <a:chOff x="7386" y="1478"/>
              <a:chExt cx="868" cy="5551"/>
            </a:xfrm>
          </p:grpSpPr>
          <p:sp>
            <p:nvSpPr>
              <p:cNvPr id="108" name="椭圆 107"/>
              <p:cNvSpPr/>
              <p:nvPr>
                <p:custDataLst>
                  <p:tags r:id="rId19"/>
                </p:custDataLst>
              </p:nvPr>
            </p:nvSpPr>
            <p:spPr>
              <a:xfrm>
                <a:off x="7410" y="6463"/>
                <a:ext cx="567" cy="5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椭圆 108"/>
              <p:cNvSpPr/>
              <p:nvPr>
                <p:custDataLst>
                  <p:tags r:id="rId20"/>
                </p:custDataLst>
              </p:nvPr>
            </p:nvSpPr>
            <p:spPr>
              <a:xfrm>
                <a:off x="7410" y="5801"/>
                <a:ext cx="567" cy="567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椭圆 109"/>
              <p:cNvSpPr/>
              <p:nvPr>
                <p:custDataLst>
                  <p:tags r:id="rId21"/>
                </p:custDataLst>
              </p:nvPr>
            </p:nvSpPr>
            <p:spPr>
              <a:xfrm>
                <a:off x="7410" y="5139"/>
                <a:ext cx="567" cy="56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椭圆 110"/>
              <p:cNvSpPr/>
              <p:nvPr>
                <p:custDataLst>
                  <p:tags r:id="rId22"/>
                </p:custDataLst>
              </p:nvPr>
            </p:nvSpPr>
            <p:spPr>
              <a:xfrm>
                <a:off x="7410" y="4477"/>
                <a:ext cx="567" cy="567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/>
              <p:cNvSpPr/>
              <p:nvPr>
                <p:custDataLst>
                  <p:tags r:id="rId23"/>
                </p:custDataLst>
              </p:nvPr>
            </p:nvSpPr>
            <p:spPr>
              <a:xfrm>
                <a:off x="7410" y="1478"/>
                <a:ext cx="567" cy="567"/>
              </a:xfrm>
              <a:prstGeom prst="ellipse">
                <a:avLst/>
              </a:prstGeom>
              <a:solidFill>
                <a:srgbClr val="85132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椭圆 112"/>
              <p:cNvSpPr/>
              <p:nvPr>
                <p:custDataLst>
                  <p:tags r:id="rId24"/>
                </p:custDataLst>
              </p:nvPr>
            </p:nvSpPr>
            <p:spPr>
              <a:xfrm>
                <a:off x="7410" y="2819"/>
                <a:ext cx="567" cy="567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椭圆 113"/>
              <p:cNvSpPr/>
              <p:nvPr>
                <p:custDataLst>
                  <p:tags r:id="rId25"/>
                </p:custDataLst>
              </p:nvPr>
            </p:nvSpPr>
            <p:spPr>
              <a:xfrm>
                <a:off x="7410" y="2157"/>
                <a:ext cx="567" cy="567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文本框 114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7386" y="3380"/>
                <a:ext cx="869" cy="1261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l"/>
                <a:r>
                  <a:rPr lang="en-US" altLang="zh-CN" sz="2400" b="1"/>
                  <a:t>……</a:t>
                </a: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16553" y="1784"/>
              <a:ext cx="1864" cy="5578"/>
              <a:chOff x="8255" y="1465"/>
              <a:chExt cx="1864" cy="5578"/>
            </a:xfrm>
          </p:grpSpPr>
          <p:sp>
            <p:nvSpPr>
              <p:cNvPr id="117" name="文本框 116"/>
              <p:cNvSpPr txBox="1"/>
              <p:nvPr/>
            </p:nvSpPr>
            <p:spPr>
              <a:xfrm>
                <a:off x="8255" y="6463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1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1(1)</a:t>
                </a:r>
              </a:p>
            </p:txBody>
          </p:sp>
          <p:sp>
            <p:nvSpPr>
              <p:cNvPr id="118" name="文本框 117"/>
              <p:cNvSpPr txBox="1"/>
              <p:nvPr/>
            </p:nvSpPr>
            <p:spPr>
              <a:xfrm>
                <a:off x="8255" y="5818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2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2(1)</a:t>
                </a: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8255" y="5126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3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3(1)</a:t>
                </a:r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>
                <a:off x="8255" y="4464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4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4(1)</a:t>
                </a:r>
              </a:p>
            </p:txBody>
          </p:sp>
          <p:sp>
            <p:nvSpPr>
              <p:cNvPr id="121" name="文本框 120"/>
              <p:cNvSpPr txBox="1"/>
              <p:nvPr/>
            </p:nvSpPr>
            <p:spPr>
              <a:xfrm>
                <a:off x="8255" y="2819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13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13(1)</a:t>
                </a:r>
              </a:p>
            </p:txBody>
          </p:sp>
          <p:sp>
            <p:nvSpPr>
              <p:cNvPr id="122" name="文本框 121"/>
              <p:cNvSpPr txBox="1"/>
              <p:nvPr/>
            </p:nvSpPr>
            <p:spPr>
              <a:xfrm>
                <a:off x="8255" y="2157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14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14(1)</a:t>
                </a:r>
              </a:p>
            </p:txBody>
          </p:sp>
          <p:sp>
            <p:nvSpPr>
              <p:cNvPr id="123" name="文本框 122"/>
              <p:cNvSpPr txBox="1"/>
              <p:nvPr/>
            </p:nvSpPr>
            <p:spPr>
              <a:xfrm>
                <a:off x="8255" y="1465"/>
                <a:ext cx="18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x</a:t>
                </a:r>
                <a:r>
                  <a:rPr lang="en-US" altLang="zh-CN" baseline="-25000"/>
                  <a:t>15</a:t>
                </a:r>
                <a:r>
                  <a:rPr lang="en-US" altLang="zh-CN"/>
                  <a:t>=x</a:t>
                </a:r>
                <a:r>
                  <a:rPr lang="en-US" altLang="zh-CN" baseline="-25000"/>
                  <a:t>15(1)</a:t>
                </a:r>
                <a:endParaRPr lang="en-US" altLang="zh-CN" baseline="30000"/>
              </a:p>
            </p:txBody>
          </p:sp>
        </p:grpSp>
      </p:grpSp>
      <p:sp>
        <p:nvSpPr>
          <p:cNvPr id="129" name="右箭头 128"/>
          <p:cNvSpPr/>
          <p:nvPr/>
        </p:nvSpPr>
        <p:spPr>
          <a:xfrm>
            <a:off x="5734050" y="2480945"/>
            <a:ext cx="771525" cy="6457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右箭头 130"/>
          <p:cNvSpPr/>
          <p:nvPr/>
        </p:nvSpPr>
        <p:spPr>
          <a:xfrm>
            <a:off x="9007475" y="2480945"/>
            <a:ext cx="771525" cy="6457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/>
          <p:cNvSpPr txBox="1"/>
          <p:nvPr/>
        </p:nvSpPr>
        <p:spPr>
          <a:xfrm>
            <a:off x="1381760" y="4900295"/>
            <a:ext cx="738632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沿用混合优化的优化模型。</a:t>
            </a:r>
            <a:r>
              <a:rPr lang="zh-CN" altLang="en-US"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将带约束优化问题转化为无约束优化问题。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分组处理。</a:t>
            </a:r>
            <a:r>
              <a:rPr lang="en-US" altLang="zh-CN"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75</a:t>
            </a:r>
            <a:r>
              <a:rPr lang="zh-CN" altLang="en-US"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个变量分</a:t>
            </a:r>
            <a:r>
              <a:rPr lang="en-US" altLang="zh-CN"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5</a:t>
            </a:r>
            <a:r>
              <a:rPr lang="zh-CN" altLang="en-US"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组处理，大大减小单次优化的变量数。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迭代搜索找初值。</a:t>
            </a:r>
            <a:r>
              <a:rPr lang="zh-CN" altLang="en-US"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找到首次满足</a:t>
            </a:r>
            <a:r>
              <a:rPr lang="en-US" altLang="zh-CN"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WaitTime≤15</a:t>
            </a:r>
            <a:r>
              <a:rPr lang="zh-CN" altLang="en-US"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的变量值作为初值。</a:t>
            </a:r>
          </a:p>
        </p:txBody>
      </p:sp>
      <p:grpSp>
        <p:nvGrpSpPr>
          <p:cNvPr id="125" name="组合 124"/>
          <p:cNvGrpSpPr/>
          <p:nvPr/>
        </p:nvGrpSpPr>
        <p:grpSpPr>
          <a:xfrm>
            <a:off x="5744210" y="2039620"/>
            <a:ext cx="4064000" cy="1490345"/>
            <a:chOff x="9046" y="3212"/>
            <a:chExt cx="6400" cy="2347"/>
          </a:xfrm>
        </p:grpSpPr>
        <p:sp>
          <p:nvSpPr>
            <p:cNvPr id="128" name="棱台 127"/>
            <p:cNvSpPr/>
            <p:nvPr/>
          </p:nvSpPr>
          <p:spPr>
            <a:xfrm>
              <a:off x="10613" y="3212"/>
              <a:ext cx="3266" cy="2347"/>
            </a:xfrm>
            <a:prstGeom prst="bevel">
              <a:avLst>
                <a:gd name="adj" fmla="val 740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9046" y="4120"/>
              <a:ext cx="640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Bayesian/Powell</a:t>
              </a:r>
            </a:p>
          </p:txBody>
        </p:sp>
      </p:grpSp>
      <p:sp>
        <p:nvSpPr>
          <p:cNvPr id="139" name="文本框 138"/>
          <p:cNvSpPr txBox="1"/>
          <p:nvPr/>
        </p:nvSpPr>
        <p:spPr>
          <a:xfrm>
            <a:off x="195580" y="852170"/>
            <a:ext cx="55492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accent6">
                    <a:lumMod val="75000"/>
                  </a:schemeClr>
                </a:solidFill>
                <a:latin typeface="汉仪铸字美心体简" panose="00020600040101010101" charset="-122"/>
                <a:ea typeface="汉仪铸字美心体简" panose="00020600040101010101" charset="-122"/>
                <a:cs typeface="汉仪铸字美心体简" panose="00020600040101010101" charset="-122"/>
              </a:rPr>
              <a:t>Bayesian</a:t>
            </a: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汉仪铸字美心体简" panose="00020600040101010101" charset="-122"/>
                <a:ea typeface="汉仪铸字美心体简" panose="00020600040101010101" charset="-122"/>
                <a:cs typeface="汉仪铸字美心体简" panose="00020600040101010101" charset="-122"/>
              </a:rPr>
              <a:t>优化</a:t>
            </a:r>
            <a:r>
              <a:rPr lang="en-US" altLang="zh-CN" sz="2800">
                <a:solidFill>
                  <a:schemeClr val="accent6">
                    <a:lumMod val="75000"/>
                  </a:schemeClr>
                </a:solidFill>
                <a:latin typeface="汉仪铸字美心体简" panose="00020600040101010101" charset="-122"/>
                <a:ea typeface="汉仪铸字美心体简" panose="00020600040101010101" charset="-122"/>
                <a:cs typeface="汉仪铸字美心体简" panose="00020600040101010101" charset="-122"/>
              </a:rPr>
              <a:t> / Powell</a:t>
            </a: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汉仪铸字美心体简" panose="00020600040101010101" charset="-122"/>
                <a:ea typeface="汉仪铸字美心体简" panose="00020600040101010101" charset="-122"/>
                <a:cs typeface="汉仪铸字美心体简" panose="00020600040101010101" charset="-122"/>
              </a:rPr>
              <a:t>优化</a:t>
            </a:r>
          </a:p>
        </p:txBody>
      </p:sp>
      <p:sp>
        <p:nvSpPr>
          <p:cNvPr id="130" name="矩形 129"/>
          <p:cNvSpPr/>
          <p:nvPr/>
        </p:nvSpPr>
        <p:spPr>
          <a:xfrm>
            <a:off x="4544695" y="1351280"/>
            <a:ext cx="1130935" cy="361378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0" name="直接箭头连接符 139"/>
          <p:cNvCxnSpPr/>
          <p:nvPr/>
        </p:nvCxnSpPr>
        <p:spPr>
          <a:xfrm>
            <a:off x="5717540" y="4529455"/>
            <a:ext cx="621665" cy="838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1" name="文本框 140"/>
          <p:cNvSpPr txBox="1"/>
          <p:nvPr/>
        </p:nvSpPr>
        <p:spPr>
          <a:xfrm>
            <a:off x="6421755" y="4418330"/>
            <a:ext cx="2458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首次满足</a:t>
            </a:r>
            <a:r>
              <a:rPr lang="en-US" altLang="zh-CN">
                <a:solidFill>
                  <a:srgbClr val="FF0000"/>
                </a:solidFill>
              </a:rPr>
              <a:t>WaitTime≤15</a:t>
            </a:r>
          </a:p>
        </p:txBody>
      </p:sp>
      <p:sp>
        <p:nvSpPr>
          <p:cNvPr id="142" name="矩形 141"/>
          <p:cNvSpPr/>
          <p:nvPr/>
        </p:nvSpPr>
        <p:spPr>
          <a:xfrm>
            <a:off x="10485755" y="1305560"/>
            <a:ext cx="1130935" cy="361378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框 142"/>
          <p:cNvSpPr txBox="1"/>
          <p:nvPr/>
        </p:nvSpPr>
        <p:spPr>
          <a:xfrm>
            <a:off x="9293225" y="5364480"/>
            <a:ext cx="4425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优于初值，则替换初值；</a:t>
            </a:r>
          </a:p>
          <a:p>
            <a:r>
              <a:rPr lang="zh-CN" altLang="en-US">
                <a:solidFill>
                  <a:srgbClr val="FF0000"/>
                </a:solidFill>
              </a:rPr>
              <a:t>否则，保留初值。</a:t>
            </a:r>
          </a:p>
        </p:txBody>
      </p:sp>
      <p:cxnSp>
        <p:nvCxnSpPr>
          <p:cNvPr id="144" name="直接箭头连接符 143"/>
          <p:cNvCxnSpPr/>
          <p:nvPr/>
        </p:nvCxnSpPr>
        <p:spPr>
          <a:xfrm flipH="1">
            <a:off x="10455275" y="4926330"/>
            <a:ext cx="176530" cy="4032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3" name="PA-文本框 8"/>
          <p:cNvSpPr txBox="1"/>
          <p:nvPr>
            <p:custDataLst>
              <p:tags r:id="rId2"/>
            </p:custDataLst>
          </p:nvPr>
        </p:nvSpPr>
        <p:spPr>
          <a:xfrm>
            <a:off x="2772662" y="230619"/>
            <a:ext cx="1586585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cs typeface="仓耳玄三M W05" panose="02020400000000000000" charset="-128"/>
                <a:sym typeface="汉仪雅酷黑简" panose="00020600040101010101" charset="-122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ea"/>
              <a:cs typeface="Saturday Sans Regular" panose="02010600010101010101" charset="-122"/>
              <a:sym typeface="汉仪雅酷黑简" panose="00020600040101010101" charset="-122"/>
              <a:rtl val="0"/>
            </a:endParaRPr>
          </a:p>
        </p:txBody>
      </p:sp>
      <p:sp>
        <p:nvSpPr>
          <p:cNvPr id="174" name="PA-文本框 10"/>
          <p:cNvSpPr txBox="1"/>
          <p:nvPr>
            <p:custDataLst>
              <p:tags r:id="rId3"/>
            </p:custDataLst>
          </p:nvPr>
        </p:nvSpPr>
        <p:spPr>
          <a:xfrm>
            <a:off x="7923990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技术指标</a:t>
            </a:r>
          </a:p>
        </p:txBody>
      </p:sp>
      <p:sp>
        <p:nvSpPr>
          <p:cNvPr id="175" name="PA-文本框 15"/>
          <p:cNvSpPr txBox="1"/>
          <p:nvPr>
            <p:custDataLst>
              <p:tags r:id="rId4"/>
            </p:custDataLst>
          </p:nvPr>
        </p:nvSpPr>
        <p:spPr>
          <a:xfrm>
            <a:off x="9593686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创新点</a:t>
            </a:r>
          </a:p>
        </p:txBody>
      </p:sp>
      <p:cxnSp>
        <p:nvCxnSpPr>
          <p:cNvPr id="176" name="PA-直接连接符 26"/>
          <p:cNvCxnSpPr/>
          <p:nvPr>
            <p:custDataLst>
              <p:tags r:id="rId5"/>
            </p:custDataLst>
          </p:nvPr>
        </p:nvCxnSpPr>
        <p:spPr>
          <a:xfrm>
            <a:off x="9552131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77" name="图片 176"/>
          <p:cNvPicPr>
            <a:picLocks noChangeAspect="1"/>
          </p:cNvPicPr>
          <p:nvPr/>
        </p:nvPicPr>
        <p:blipFill>
          <a:blip r:embed="rId101" cstate="print">
            <a:duotone>
              <a:prstClr val="black"/>
              <a:srgbClr val="008B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02">
                    <a14:imgEffect>
                      <a14:artisticPhotocopy detail="2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23" y="110068"/>
            <a:ext cx="441726" cy="547807"/>
          </a:xfrm>
          <a:prstGeom prst="rect">
            <a:avLst/>
          </a:prstGeom>
        </p:spPr>
      </p:pic>
      <p:cxnSp>
        <p:nvCxnSpPr>
          <p:cNvPr id="178" name="PA-直接连接符 26"/>
          <p:cNvCxnSpPr/>
          <p:nvPr>
            <p:custDataLst>
              <p:tags r:id="rId6"/>
            </p:custDataLst>
          </p:nvPr>
        </p:nvCxnSpPr>
        <p:spPr>
          <a:xfrm>
            <a:off x="7882434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79" name="PA-直接连接符 26"/>
          <p:cNvCxnSpPr/>
          <p:nvPr>
            <p:custDataLst>
              <p:tags r:id="rId7"/>
            </p:custDataLst>
          </p:nvPr>
        </p:nvCxnSpPr>
        <p:spPr>
          <a:xfrm>
            <a:off x="6212738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80" name="PA-任意多边形 121"/>
          <p:cNvSpPr/>
          <p:nvPr>
            <p:custDataLst>
              <p:tags r:id="rId8"/>
            </p:custDataLst>
          </p:nvPr>
        </p:nvSpPr>
        <p:spPr>
          <a:xfrm>
            <a:off x="2502423" y="220980"/>
            <a:ext cx="163942" cy="327660"/>
          </a:xfrm>
          <a:custGeom>
            <a:avLst/>
            <a:gdLst/>
            <a:ahLst/>
            <a:cxnLst/>
            <a:rect l="0" t="0" r="0" b="0"/>
            <a:pathLst>
              <a:path w="275824" h="551647">
                <a:moveTo>
                  <a:pt x="0" y="551646"/>
                </a:moveTo>
                <a:lnTo>
                  <a:pt x="275823" y="275823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gradFill>
              <a:gsLst>
                <a:gs pos="8000">
                  <a:srgbClr val="00C2FF"/>
                </a:gs>
                <a:gs pos="100000">
                  <a:srgbClr val="008BFF">
                    <a:lumMod val="75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181" name="PA-矩形 114"/>
          <p:cNvSpPr/>
          <p:nvPr>
            <p:custDataLst>
              <p:tags r:id="rId9"/>
            </p:custDataLst>
          </p:nvPr>
        </p:nvSpPr>
        <p:spPr>
          <a:xfrm rot="18900000">
            <a:off x="2408555" y="322334"/>
            <a:ext cx="125039" cy="124954"/>
          </a:xfrm>
          <a:prstGeom prst="rect">
            <a:avLst/>
          </a:prstGeom>
          <a:gradFill flip="none" rotWithShape="1">
            <a:gsLst>
              <a:gs pos="0">
                <a:srgbClr val="00C2FF"/>
              </a:gs>
              <a:gs pos="99000">
                <a:srgbClr val="008B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544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cxnSp>
        <p:nvCxnSpPr>
          <p:cNvPr id="182" name="PA-直接连接符 26"/>
          <p:cNvCxnSpPr/>
          <p:nvPr>
            <p:custDataLst>
              <p:tags r:id="rId10"/>
            </p:custDataLst>
          </p:nvPr>
        </p:nvCxnSpPr>
        <p:spPr>
          <a:xfrm>
            <a:off x="4486275" y="229870"/>
            <a:ext cx="0" cy="315595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83" name="图片 182" descr="集创赛1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184" name="PA-文本框 6"/>
          <p:cNvSpPr txBox="1"/>
          <p:nvPr>
            <p:custDataLst>
              <p:tags r:id="rId11"/>
            </p:custDataLst>
          </p:nvPr>
        </p:nvSpPr>
        <p:spPr>
          <a:xfrm>
            <a:off x="4605020" y="149860"/>
            <a:ext cx="1580515" cy="4679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项目介绍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185" name="PA-任意多边形 7"/>
          <p:cNvSpPr/>
          <p:nvPr>
            <p:custDataLst>
              <p:tags r:id="rId12"/>
            </p:custDataLst>
          </p:nvPr>
        </p:nvSpPr>
        <p:spPr>
          <a:xfrm>
            <a:off x="6263892" y="149953"/>
            <a:ext cx="1586586" cy="468036"/>
          </a:xfrm>
          <a:prstGeom prst="roundRect">
            <a:avLst/>
          </a:prstGeom>
          <a:gradFill flip="none" rotWithShape="1">
            <a:gsLst>
              <a:gs pos="10000">
                <a:srgbClr val="008BFF"/>
              </a:gs>
              <a:gs pos="50000">
                <a:srgbClr val="008BFF">
                  <a:lumMod val="75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" dist="38100" dir="5400000" sx="99000" sy="99000" algn="t" rotWithShape="0">
              <a:srgbClr val="008BFF">
                <a:lumMod val="50000"/>
                <a:alpha val="53000"/>
              </a:srgbClr>
            </a:outerShdw>
          </a:effectLst>
        </p:spPr>
        <p:txBody>
          <a:bodyPr rtlCol="0" anchor="ctr"/>
          <a:lstStyle/>
          <a:p>
            <a:pPr algn="ctr" defTabSz="1219200"/>
            <a:endParaRPr lang="zh-CN" altLang="en-US" sz="2400" kern="0" dirty="0">
              <a:solidFill>
                <a:prstClr val="white"/>
              </a:solidFill>
              <a:latin typeface="仓耳玄三M W05" panose="02020400000000000000" charset="-128"/>
            </a:endParaRPr>
          </a:p>
        </p:txBody>
      </p:sp>
      <p:sp>
        <p:nvSpPr>
          <p:cNvPr id="186" name="PA-文本框 10"/>
          <p:cNvSpPr txBox="1"/>
          <p:nvPr>
            <p:custDataLst>
              <p:tags r:id="rId13"/>
            </p:custDataLst>
          </p:nvPr>
        </p:nvSpPr>
        <p:spPr>
          <a:xfrm>
            <a:off x="6254294" y="199821"/>
            <a:ext cx="158658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技术路线</a:t>
            </a:r>
          </a:p>
        </p:txBody>
      </p:sp>
      <p:sp>
        <p:nvSpPr>
          <p:cNvPr id="187" name="任意多边形: 形状 32"/>
          <p:cNvSpPr/>
          <p:nvPr>
            <p:custDataLst>
              <p:tags r:id="rId14"/>
            </p:custDataLst>
          </p:nvPr>
        </p:nvSpPr>
        <p:spPr>
          <a:xfrm flipV="1">
            <a:off x="-3810" y="726128"/>
            <a:ext cx="12192000" cy="55383"/>
          </a:xfrm>
          <a:custGeom>
            <a:avLst/>
            <a:gdLst>
              <a:gd name="connsiteX0" fmla="*/ 0 w 12192000"/>
              <a:gd name="connsiteY0" fmla="*/ 55383 h 55383"/>
              <a:gd name="connsiteX1" fmla="*/ 12192000 w 12192000"/>
              <a:gd name="connsiteY1" fmla="*/ 55383 h 55383"/>
              <a:gd name="connsiteX2" fmla="*/ 12192000 w 12192000"/>
              <a:gd name="connsiteY2" fmla="*/ 0 h 55383"/>
              <a:gd name="connsiteX3" fmla="*/ 0 w 12192000"/>
              <a:gd name="connsiteY3" fmla="*/ 0 h 5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383">
                <a:moveTo>
                  <a:pt x="0" y="55383"/>
                </a:moveTo>
                <a:lnTo>
                  <a:pt x="12192000" y="55383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008BFF">
                  <a:lumMod val="75000"/>
                </a:srgbClr>
              </a:gs>
              <a:gs pos="100000">
                <a:srgbClr val="008BFF">
                  <a:lumMod val="20000"/>
                  <a:lumOff val="80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outerShdw blurRad="279400" dist="203200" dir="3600000" sx="88000" sy="88000" algn="t" rotWithShape="0">
              <a:srgbClr val="00C2FF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632700" y="6377305"/>
            <a:ext cx="1799590" cy="432000"/>
          </a:xfrm>
          <a:prstGeom prst="roundRect">
            <a:avLst>
              <a:gd name="adj" fmla="val 29868"/>
            </a:avLst>
          </a:prstGeom>
          <a:gradFill>
            <a:gsLst>
              <a:gs pos="10000">
                <a:srgbClr val="008BFF">
                  <a:alpha val="100000"/>
                </a:srgbClr>
              </a:gs>
              <a:gs pos="64000">
                <a:srgbClr val="0068BF">
                  <a:lumMod val="75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99977" y="6398385"/>
            <a:ext cx="650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总览</a:t>
            </a:r>
          </a:p>
        </p:txBody>
      </p:sp>
      <p:cxnSp>
        <p:nvCxnSpPr>
          <p:cNvPr id="11" name="PA-直接连接符 26"/>
          <p:cNvCxnSpPr/>
          <p:nvPr>
            <p:custDataLst>
              <p:tags r:id="rId15"/>
            </p:custDataLst>
          </p:nvPr>
        </p:nvCxnSpPr>
        <p:spPr>
          <a:xfrm>
            <a:off x="241998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20" name="直接连接符 19"/>
          <p:cNvCxnSpPr/>
          <p:nvPr/>
        </p:nvCxnSpPr>
        <p:spPr>
          <a:xfrm>
            <a:off x="-5080" y="6318885"/>
            <a:ext cx="12212320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114675" y="6407150"/>
            <a:ext cx="1172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并发出片</a:t>
            </a:r>
          </a:p>
        </p:txBody>
      </p:sp>
      <p:cxnSp>
        <p:nvCxnSpPr>
          <p:cNvPr id="22" name="PA-直接连接符 26"/>
          <p:cNvCxnSpPr/>
          <p:nvPr>
            <p:custDataLst>
              <p:tags r:id="rId16"/>
            </p:custDataLst>
          </p:nvPr>
        </p:nvCxnSpPr>
        <p:spPr>
          <a:xfrm>
            <a:off x="486600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2" name="PA-直接连接符 26"/>
          <p:cNvCxnSpPr/>
          <p:nvPr>
            <p:custDataLst>
              <p:tags r:id="rId17"/>
            </p:custDataLst>
          </p:nvPr>
        </p:nvCxnSpPr>
        <p:spPr>
          <a:xfrm>
            <a:off x="730313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3" name="PA-直接连接符 26"/>
          <p:cNvCxnSpPr/>
          <p:nvPr>
            <p:custDataLst>
              <p:tags r:id="rId18"/>
            </p:custDataLst>
          </p:nvPr>
        </p:nvCxnSpPr>
        <p:spPr>
          <a:xfrm>
            <a:off x="9742170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8" name="文本框 17"/>
          <p:cNvSpPr txBox="1"/>
          <p:nvPr/>
        </p:nvSpPr>
        <p:spPr>
          <a:xfrm>
            <a:off x="557085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自动清洗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009255" y="6412230"/>
            <a:ext cx="1148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混合优化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043241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轮询评估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bldLvl="0" animBg="1"/>
      <p:bldP spid="129" grpId="1" animBg="1"/>
      <p:bldP spid="131" grpId="0" bldLvl="0" animBg="1"/>
      <p:bldP spid="13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图片 17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550670" y="2569210"/>
            <a:ext cx="1880235" cy="1880235"/>
          </a:xfrm>
          <a:prstGeom prst="rect">
            <a:avLst/>
          </a:prstGeom>
        </p:spPr>
      </p:pic>
      <p:pic>
        <p:nvPicPr>
          <p:cNvPr id="169" name="图片 16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507740" y="2690495"/>
            <a:ext cx="1358265" cy="1334770"/>
          </a:xfrm>
          <a:prstGeom prst="rect">
            <a:avLst/>
          </a:prstGeom>
        </p:spPr>
      </p:pic>
      <p:pic>
        <p:nvPicPr>
          <p:cNvPr id="168" name="图片 167"/>
          <p:cNvPicPr>
            <a:picLocks noChangeAspect="1"/>
          </p:cNvPicPr>
          <p:nvPr/>
        </p:nvPicPr>
        <p:blipFill>
          <a:blip r:embed="rId31"/>
          <a:srcRect l="10642" t="8950" r="5699" b="8399"/>
          <a:stretch>
            <a:fillRect/>
          </a:stretch>
        </p:blipFill>
        <p:spPr>
          <a:xfrm>
            <a:off x="2803525" y="1417320"/>
            <a:ext cx="1080770" cy="106489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6932930" y="919480"/>
            <a:ext cx="5080635" cy="5139690"/>
            <a:chOff x="276" y="2252"/>
            <a:chExt cx="5820" cy="4311"/>
          </a:xfrm>
        </p:grpSpPr>
        <p:sp>
          <p:nvSpPr>
            <p:cNvPr id="61" name="圆角矩形 60"/>
            <p:cNvSpPr/>
            <p:nvPr/>
          </p:nvSpPr>
          <p:spPr>
            <a:xfrm>
              <a:off x="434" y="2363"/>
              <a:ext cx="5663" cy="420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276" y="2252"/>
              <a:ext cx="5663" cy="420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  <a:alpha val="88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49" name="直接箭头连接符 148"/>
          <p:cNvCxnSpPr/>
          <p:nvPr/>
        </p:nvCxnSpPr>
        <p:spPr>
          <a:xfrm>
            <a:off x="10880090" y="1903095"/>
            <a:ext cx="6350" cy="126682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/>
          <p:nvPr/>
        </p:nvCxnSpPr>
        <p:spPr>
          <a:xfrm>
            <a:off x="10612120" y="1901190"/>
            <a:ext cx="6350" cy="126682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>
            <a:off x="10335260" y="1905635"/>
            <a:ext cx="6350" cy="126682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/>
          <p:nvPr/>
        </p:nvCxnSpPr>
        <p:spPr>
          <a:xfrm>
            <a:off x="10067925" y="1911350"/>
            <a:ext cx="6350" cy="126682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3" name="PA-文本框 8"/>
          <p:cNvSpPr txBox="1"/>
          <p:nvPr>
            <p:custDataLst>
              <p:tags r:id="rId2"/>
            </p:custDataLst>
          </p:nvPr>
        </p:nvSpPr>
        <p:spPr>
          <a:xfrm>
            <a:off x="2772662" y="230619"/>
            <a:ext cx="1586585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cs typeface="仓耳玄三M W05" panose="02020400000000000000" charset="-128"/>
                <a:sym typeface="汉仪雅酷黑简" panose="00020600040101010101" charset="-122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ea"/>
              <a:cs typeface="Saturday Sans Regular" panose="02010600010101010101" charset="-122"/>
              <a:sym typeface="汉仪雅酷黑简" panose="00020600040101010101" charset="-122"/>
              <a:rtl val="0"/>
            </a:endParaRPr>
          </a:p>
        </p:txBody>
      </p:sp>
      <p:sp>
        <p:nvSpPr>
          <p:cNvPr id="174" name="PA-文本框 10"/>
          <p:cNvSpPr txBox="1"/>
          <p:nvPr>
            <p:custDataLst>
              <p:tags r:id="rId3"/>
            </p:custDataLst>
          </p:nvPr>
        </p:nvSpPr>
        <p:spPr>
          <a:xfrm>
            <a:off x="7923990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技术指标</a:t>
            </a:r>
          </a:p>
        </p:txBody>
      </p:sp>
      <p:sp>
        <p:nvSpPr>
          <p:cNvPr id="175" name="PA-文本框 15"/>
          <p:cNvSpPr txBox="1"/>
          <p:nvPr>
            <p:custDataLst>
              <p:tags r:id="rId4"/>
            </p:custDataLst>
          </p:nvPr>
        </p:nvSpPr>
        <p:spPr>
          <a:xfrm>
            <a:off x="9593686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创新点</a:t>
            </a:r>
          </a:p>
        </p:txBody>
      </p:sp>
      <p:cxnSp>
        <p:nvCxnSpPr>
          <p:cNvPr id="176" name="PA-直接连接符 26"/>
          <p:cNvCxnSpPr/>
          <p:nvPr>
            <p:custDataLst>
              <p:tags r:id="rId5"/>
            </p:custDataLst>
          </p:nvPr>
        </p:nvCxnSpPr>
        <p:spPr>
          <a:xfrm>
            <a:off x="9552131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77" name="图片 176"/>
          <p:cNvPicPr>
            <a:picLocks noChangeAspect="1"/>
          </p:cNvPicPr>
          <p:nvPr/>
        </p:nvPicPr>
        <p:blipFill>
          <a:blip r:embed="rId32" cstate="print">
            <a:duotone>
              <a:prstClr val="black"/>
              <a:srgbClr val="008B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artisticPhotocopy detail="2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23" y="110068"/>
            <a:ext cx="441726" cy="547807"/>
          </a:xfrm>
          <a:prstGeom prst="rect">
            <a:avLst/>
          </a:prstGeom>
        </p:spPr>
      </p:pic>
      <p:cxnSp>
        <p:nvCxnSpPr>
          <p:cNvPr id="178" name="PA-直接连接符 26"/>
          <p:cNvCxnSpPr/>
          <p:nvPr>
            <p:custDataLst>
              <p:tags r:id="rId6"/>
            </p:custDataLst>
          </p:nvPr>
        </p:nvCxnSpPr>
        <p:spPr>
          <a:xfrm>
            <a:off x="7882434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79" name="PA-直接连接符 26"/>
          <p:cNvCxnSpPr/>
          <p:nvPr>
            <p:custDataLst>
              <p:tags r:id="rId7"/>
            </p:custDataLst>
          </p:nvPr>
        </p:nvCxnSpPr>
        <p:spPr>
          <a:xfrm>
            <a:off x="6212738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80" name="PA-任意多边形 121"/>
          <p:cNvSpPr/>
          <p:nvPr>
            <p:custDataLst>
              <p:tags r:id="rId8"/>
            </p:custDataLst>
          </p:nvPr>
        </p:nvSpPr>
        <p:spPr>
          <a:xfrm>
            <a:off x="2502423" y="220980"/>
            <a:ext cx="163942" cy="327660"/>
          </a:xfrm>
          <a:custGeom>
            <a:avLst/>
            <a:gdLst/>
            <a:ahLst/>
            <a:cxnLst/>
            <a:rect l="0" t="0" r="0" b="0"/>
            <a:pathLst>
              <a:path w="275824" h="551647">
                <a:moveTo>
                  <a:pt x="0" y="551646"/>
                </a:moveTo>
                <a:lnTo>
                  <a:pt x="275823" y="275823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gradFill>
              <a:gsLst>
                <a:gs pos="8000">
                  <a:srgbClr val="00C2FF"/>
                </a:gs>
                <a:gs pos="100000">
                  <a:srgbClr val="008BFF">
                    <a:lumMod val="75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181" name="PA-矩形 114"/>
          <p:cNvSpPr/>
          <p:nvPr>
            <p:custDataLst>
              <p:tags r:id="rId9"/>
            </p:custDataLst>
          </p:nvPr>
        </p:nvSpPr>
        <p:spPr>
          <a:xfrm rot="18900000">
            <a:off x="2408555" y="322334"/>
            <a:ext cx="125039" cy="124954"/>
          </a:xfrm>
          <a:prstGeom prst="rect">
            <a:avLst/>
          </a:prstGeom>
          <a:gradFill flip="none" rotWithShape="1">
            <a:gsLst>
              <a:gs pos="0">
                <a:srgbClr val="00C2FF"/>
              </a:gs>
              <a:gs pos="99000">
                <a:srgbClr val="008B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544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cxnSp>
        <p:nvCxnSpPr>
          <p:cNvPr id="182" name="PA-直接连接符 26"/>
          <p:cNvCxnSpPr/>
          <p:nvPr>
            <p:custDataLst>
              <p:tags r:id="rId10"/>
            </p:custDataLst>
          </p:nvPr>
        </p:nvCxnSpPr>
        <p:spPr>
          <a:xfrm>
            <a:off x="4486275" y="229870"/>
            <a:ext cx="0" cy="315595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83" name="图片 182" descr="集创赛1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184" name="PA-文本框 6"/>
          <p:cNvSpPr txBox="1"/>
          <p:nvPr>
            <p:custDataLst>
              <p:tags r:id="rId11"/>
            </p:custDataLst>
          </p:nvPr>
        </p:nvSpPr>
        <p:spPr>
          <a:xfrm>
            <a:off x="4605020" y="149860"/>
            <a:ext cx="1580515" cy="4679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项目介绍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185" name="PA-任意多边形 7"/>
          <p:cNvSpPr/>
          <p:nvPr>
            <p:custDataLst>
              <p:tags r:id="rId12"/>
            </p:custDataLst>
          </p:nvPr>
        </p:nvSpPr>
        <p:spPr>
          <a:xfrm>
            <a:off x="6263892" y="149953"/>
            <a:ext cx="1586586" cy="468036"/>
          </a:xfrm>
          <a:prstGeom prst="roundRect">
            <a:avLst/>
          </a:prstGeom>
          <a:gradFill flip="none" rotWithShape="1">
            <a:gsLst>
              <a:gs pos="10000">
                <a:srgbClr val="008BFF"/>
              </a:gs>
              <a:gs pos="50000">
                <a:srgbClr val="008BFF">
                  <a:lumMod val="75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" dist="38100" dir="5400000" sx="99000" sy="99000" algn="t" rotWithShape="0">
              <a:srgbClr val="008BFF">
                <a:lumMod val="50000"/>
                <a:alpha val="53000"/>
              </a:srgbClr>
            </a:outerShdw>
          </a:effectLst>
        </p:spPr>
        <p:txBody>
          <a:bodyPr rtlCol="0" anchor="ctr"/>
          <a:lstStyle/>
          <a:p>
            <a:pPr algn="ctr" defTabSz="1219200"/>
            <a:endParaRPr lang="zh-CN" altLang="en-US" sz="2400" kern="0" dirty="0">
              <a:solidFill>
                <a:prstClr val="white"/>
              </a:solidFill>
              <a:latin typeface="仓耳玄三M W05" panose="02020400000000000000" charset="-128"/>
            </a:endParaRPr>
          </a:p>
        </p:txBody>
      </p:sp>
      <p:sp>
        <p:nvSpPr>
          <p:cNvPr id="186" name="PA-文本框 10"/>
          <p:cNvSpPr txBox="1"/>
          <p:nvPr>
            <p:custDataLst>
              <p:tags r:id="rId13"/>
            </p:custDataLst>
          </p:nvPr>
        </p:nvSpPr>
        <p:spPr>
          <a:xfrm>
            <a:off x="6254294" y="199821"/>
            <a:ext cx="158658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技术路线</a:t>
            </a:r>
          </a:p>
        </p:txBody>
      </p:sp>
      <p:sp>
        <p:nvSpPr>
          <p:cNvPr id="187" name="任意多边形: 形状 32"/>
          <p:cNvSpPr/>
          <p:nvPr>
            <p:custDataLst>
              <p:tags r:id="rId14"/>
            </p:custDataLst>
          </p:nvPr>
        </p:nvSpPr>
        <p:spPr>
          <a:xfrm flipV="1">
            <a:off x="-3810" y="726128"/>
            <a:ext cx="12192000" cy="55383"/>
          </a:xfrm>
          <a:custGeom>
            <a:avLst/>
            <a:gdLst>
              <a:gd name="connsiteX0" fmla="*/ 0 w 12192000"/>
              <a:gd name="connsiteY0" fmla="*/ 55383 h 55383"/>
              <a:gd name="connsiteX1" fmla="*/ 12192000 w 12192000"/>
              <a:gd name="connsiteY1" fmla="*/ 55383 h 55383"/>
              <a:gd name="connsiteX2" fmla="*/ 12192000 w 12192000"/>
              <a:gd name="connsiteY2" fmla="*/ 0 h 55383"/>
              <a:gd name="connsiteX3" fmla="*/ 0 w 12192000"/>
              <a:gd name="connsiteY3" fmla="*/ 0 h 5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383">
                <a:moveTo>
                  <a:pt x="0" y="55383"/>
                </a:moveTo>
                <a:lnTo>
                  <a:pt x="12192000" y="55383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008BFF">
                  <a:lumMod val="75000"/>
                </a:srgbClr>
              </a:gs>
              <a:gs pos="100000">
                <a:srgbClr val="008BFF">
                  <a:lumMod val="20000"/>
                  <a:lumOff val="80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outerShdw blurRad="279400" dist="203200" dir="3600000" sx="88000" sy="88000" algn="t" rotWithShape="0">
              <a:srgbClr val="00C2FF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9987915" y="6364605"/>
            <a:ext cx="1799590" cy="432000"/>
          </a:xfrm>
          <a:prstGeom prst="roundRect">
            <a:avLst>
              <a:gd name="adj" fmla="val 29868"/>
            </a:avLst>
          </a:prstGeom>
          <a:gradFill>
            <a:gsLst>
              <a:gs pos="10000">
                <a:srgbClr val="008BFF">
                  <a:alpha val="100000"/>
                </a:srgbClr>
              </a:gs>
              <a:gs pos="64000">
                <a:srgbClr val="0068BF">
                  <a:lumMod val="75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99977" y="6398385"/>
            <a:ext cx="650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总览</a:t>
            </a:r>
          </a:p>
        </p:txBody>
      </p:sp>
      <p:cxnSp>
        <p:nvCxnSpPr>
          <p:cNvPr id="11" name="PA-直接连接符 26"/>
          <p:cNvCxnSpPr/>
          <p:nvPr>
            <p:custDataLst>
              <p:tags r:id="rId15"/>
            </p:custDataLst>
          </p:nvPr>
        </p:nvCxnSpPr>
        <p:spPr>
          <a:xfrm>
            <a:off x="241998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20" name="直接连接符 19"/>
          <p:cNvCxnSpPr/>
          <p:nvPr/>
        </p:nvCxnSpPr>
        <p:spPr>
          <a:xfrm>
            <a:off x="-5080" y="6318885"/>
            <a:ext cx="12212320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114675" y="6407150"/>
            <a:ext cx="1172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并发出片</a:t>
            </a:r>
          </a:p>
        </p:txBody>
      </p:sp>
      <p:cxnSp>
        <p:nvCxnSpPr>
          <p:cNvPr id="22" name="PA-直接连接符 26"/>
          <p:cNvCxnSpPr/>
          <p:nvPr>
            <p:custDataLst>
              <p:tags r:id="rId16"/>
            </p:custDataLst>
          </p:nvPr>
        </p:nvCxnSpPr>
        <p:spPr>
          <a:xfrm>
            <a:off x="486600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2" name="PA-直接连接符 26"/>
          <p:cNvCxnSpPr/>
          <p:nvPr>
            <p:custDataLst>
              <p:tags r:id="rId17"/>
            </p:custDataLst>
          </p:nvPr>
        </p:nvCxnSpPr>
        <p:spPr>
          <a:xfrm>
            <a:off x="730313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3" name="PA-直接连接符 26"/>
          <p:cNvCxnSpPr/>
          <p:nvPr>
            <p:custDataLst>
              <p:tags r:id="rId18"/>
            </p:custDataLst>
          </p:nvPr>
        </p:nvCxnSpPr>
        <p:spPr>
          <a:xfrm>
            <a:off x="9742170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8" name="文本框 17"/>
          <p:cNvSpPr txBox="1"/>
          <p:nvPr/>
        </p:nvSpPr>
        <p:spPr>
          <a:xfrm>
            <a:off x="557085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自动清洗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009255" y="6412230"/>
            <a:ext cx="11480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 b="1">
                <a:solidFill>
                  <a:srgbClr val="3B68BF"/>
                </a:solidFill>
              </a:rPr>
              <a:t>混合优化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043241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轮询评估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7331710" y="1541780"/>
            <a:ext cx="1103630" cy="1027430"/>
            <a:chOff x="6632" y="5400"/>
            <a:chExt cx="1738" cy="1618"/>
          </a:xfrm>
        </p:grpSpPr>
        <p:sp>
          <p:nvSpPr>
            <p:cNvPr id="6" name="椭圆 5"/>
            <p:cNvSpPr/>
            <p:nvPr/>
          </p:nvSpPr>
          <p:spPr>
            <a:xfrm>
              <a:off x="6632" y="5400"/>
              <a:ext cx="1738" cy="161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>
              <a:stCxn id="6" idx="1"/>
              <a:endCxn id="6" idx="7"/>
            </p:cNvCxnSpPr>
            <p:nvPr/>
          </p:nvCxnSpPr>
          <p:spPr>
            <a:xfrm>
              <a:off x="6887" y="5637"/>
              <a:ext cx="122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6" idx="0"/>
              <a:endCxn id="6" idx="4"/>
            </p:cNvCxnSpPr>
            <p:nvPr/>
          </p:nvCxnSpPr>
          <p:spPr>
            <a:xfrm>
              <a:off x="7501" y="5400"/>
              <a:ext cx="0" cy="1618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endCxn id="6" idx="5"/>
            </p:cNvCxnSpPr>
            <p:nvPr/>
          </p:nvCxnSpPr>
          <p:spPr>
            <a:xfrm>
              <a:off x="8110" y="5620"/>
              <a:ext cx="5" cy="1161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6" idx="6"/>
              <a:endCxn id="6" idx="2"/>
            </p:cNvCxnSpPr>
            <p:nvPr/>
          </p:nvCxnSpPr>
          <p:spPr>
            <a:xfrm flipH="1">
              <a:off x="6632" y="6209"/>
              <a:ext cx="173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endCxn id="6" idx="3"/>
            </p:cNvCxnSpPr>
            <p:nvPr/>
          </p:nvCxnSpPr>
          <p:spPr>
            <a:xfrm flipH="1">
              <a:off x="6887" y="6764"/>
              <a:ext cx="1223" cy="17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6" idx="3"/>
              <a:endCxn id="6" idx="1"/>
            </p:cNvCxnSpPr>
            <p:nvPr/>
          </p:nvCxnSpPr>
          <p:spPr>
            <a:xfrm flipV="1">
              <a:off x="6887" y="5637"/>
              <a:ext cx="0" cy="1144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aphicFrame>
        <p:nvGraphicFramePr>
          <p:cNvPr id="25" name="对象 2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312025" y="1060450"/>
          <a:ext cx="560070" cy="52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5" imgW="177165" imgH="165100" progId="Equation.KSEE3">
                  <p:embed/>
                </p:oleObj>
              </mc:Choice>
              <mc:Fallback>
                <p:oleObj r:id="rId35" imgW="177165" imgH="165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312025" y="1060450"/>
                        <a:ext cx="560070" cy="521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图片 25" descr="箭头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5400000">
            <a:off x="8367395" y="649605"/>
            <a:ext cx="1040130" cy="1499235"/>
          </a:xfrm>
          <a:prstGeom prst="rect">
            <a:avLst/>
          </a:prstGeom>
        </p:spPr>
      </p:pic>
      <p:graphicFrame>
        <p:nvGraphicFramePr>
          <p:cNvPr id="27" name="对象 2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493318" y="1735455"/>
          <a:ext cx="390525" cy="276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9" imgW="292100" imgH="190500" progId="Equation.KSEE3">
                  <p:embed/>
                </p:oleObj>
              </mc:Choice>
              <mc:Fallback>
                <p:oleObj r:id="rId39" imgW="2921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7493318" y="1735455"/>
                        <a:ext cx="390525" cy="276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874953" y="1735455"/>
          <a:ext cx="407035" cy="276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1" imgW="304800" imgH="190500" progId="Equation.KSEE3">
                  <p:embed/>
                </p:oleObj>
              </mc:Choice>
              <mc:Fallback>
                <p:oleObj r:id="rId41" imgW="3048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874953" y="1735455"/>
                        <a:ext cx="407035" cy="276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485063" y="2096135"/>
          <a:ext cx="407035" cy="276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3" imgW="304800" imgH="190500" progId="Equation.KSEE3">
                  <p:embed/>
                </p:oleObj>
              </mc:Choice>
              <mc:Fallback>
                <p:oleObj r:id="rId43" imgW="3048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7485063" y="2096135"/>
                        <a:ext cx="407035" cy="276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871778" y="2096135"/>
          <a:ext cx="407035" cy="276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5" imgW="304800" imgH="190500" progId="Equation.KSEE3">
                  <p:embed/>
                </p:oleObj>
              </mc:Choice>
              <mc:Fallback>
                <p:oleObj r:id="rId45" imgW="3048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7871778" y="2096135"/>
                        <a:ext cx="407035" cy="276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/>
          <p:cNvSpPr/>
          <p:nvPr/>
        </p:nvSpPr>
        <p:spPr>
          <a:xfrm>
            <a:off x="9721215" y="1582420"/>
            <a:ext cx="1330325" cy="3238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zh-CN"/>
          </a:p>
        </p:txBody>
      </p:sp>
      <p:cxnSp>
        <p:nvCxnSpPr>
          <p:cNvPr id="37" name="直接连接符 36"/>
          <p:cNvCxnSpPr/>
          <p:nvPr/>
        </p:nvCxnSpPr>
        <p:spPr>
          <a:xfrm>
            <a:off x="7880350" y="1691005"/>
            <a:ext cx="3175" cy="36703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883525" y="2052955"/>
            <a:ext cx="386080" cy="1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8267700" y="1697355"/>
            <a:ext cx="1905" cy="3492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7883525" y="1689735"/>
            <a:ext cx="379730" cy="31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41" name="对象 4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154603" y="1305560"/>
          <a:ext cx="407035" cy="276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1" imgW="304800" imgH="190500" progId="Equation.KSEE3">
                  <p:embed/>
                </p:oleObj>
              </mc:Choice>
              <mc:Fallback>
                <p:oleObj r:id="rId41" imgW="3048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0154603" y="1305560"/>
                        <a:ext cx="407035" cy="276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" name="直接连接符 42"/>
          <p:cNvCxnSpPr/>
          <p:nvPr/>
        </p:nvCxnSpPr>
        <p:spPr>
          <a:xfrm>
            <a:off x="9958705" y="1576070"/>
            <a:ext cx="3175" cy="32194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10212705" y="1584325"/>
            <a:ext cx="3175" cy="32194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10476230" y="1576070"/>
            <a:ext cx="3175" cy="32194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10760710" y="1584325"/>
            <a:ext cx="3175" cy="32194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47" name="对象 4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741853" y="1589723"/>
          <a:ext cx="20383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7" imgW="152400" imgH="215900" progId="Equation.KSEE3">
                  <p:embed/>
                </p:oleObj>
              </mc:Choice>
              <mc:Fallback>
                <p:oleObj r:id="rId47" imgW="152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9741853" y="1589723"/>
                        <a:ext cx="20383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972676" y="1589723"/>
          <a:ext cx="22098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9" imgW="165100" imgH="215900" progId="Equation.KSEE3">
                  <p:embed/>
                </p:oleObj>
              </mc:Choice>
              <mc:Fallback>
                <p:oleObj r:id="rId49" imgW="1651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9972676" y="1589723"/>
                        <a:ext cx="22098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231121" y="1585913"/>
          <a:ext cx="22098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1" imgW="165100" imgH="228600" progId="Equation.KSEE3">
                  <p:embed/>
                </p:oleObj>
              </mc:Choice>
              <mc:Fallback>
                <p:oleObj r:id="rId51" imgW="1651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0231121" y="1585913"/>
                        <a:ext cx="220980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518140" y="1589723"/>
          <a:ext cx="22098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3" imgW="165100" imgH="215900" progId="Equation.KSEE3">
                  <p:embed/>
                </p:oleObj>
              </mc:Choice>
              <mc:Fallback>
                <p:oleObj r:id="rId53" imgW="1651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0518140" y="1589723"/>
                        <a:ext cx="22098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799445" y="1583373"/>
          <a:ext cx="22098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5" imgW="165100" imgH="228600" progId="Equation.KSEE3">
                  <p:embed/>
                </p:oleObj>
              </mc:Choice>
              <mc:Fallback>
                <p:oleObj r:id="rId55" imgW="1651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0799445" y="1583373"/>
                        <a:ext cx="220980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8" name="直接箭头连接符 57"/>
          <p:cNvCxnSpPr>
            <a:stCxn id="47" idx="2"/>
          </p:cNvCxnSpPr>
          <p:nvPr/>
        </p:nvCxnSpPr>
        <p:spPr>
          <a:xfrm>
            <a:off x="9843770" y="1904365"/>
            <a:ext cx="6350" cy="126682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9721215" y="2407920"/>
            <a:ext cx="1330325" cy="3238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zh-CN"/>
          </a:p>
        </p:txBody>
      </p:sp>
      <p:cxnSp>
        <p:nvCxnSpPr>
          <p:cNvPr id="68" name="直接连接符 67"/>
          <p:cNvCxnSpPr/>
          <p:nvPr/>
        </p:nvCxnSpPr>
        <p:spPr>
          <a:xfrm>
            <a:off x="9958705" y="2401570"/>
            <a:ext cx="3175" cy="32194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0212705" y="2409825"/>
            <a:ext cx="3175" cy="32194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10476230" y="2401570"/>
            <a:ext cx="3175" cy="32194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10760710" y="2409825"/>
            <a:ext cx="3175" cy="32194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82" name="对象 8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731376" y="2410778"/>
          <a:ext cx="22098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7" imgW="165100" imgH="215900" progId="Equation.KSEE3">
                  <p:embed/>
                </p:oleObj>
              </mc:Choice>
              <mc:Fallback>
                <p:oleObj r:id="rId57" imgW="1651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9731376" y="2410778"/>
                        <a:ext cx="22098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对象 8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297353" y="2426335"/>
          <a:ext cx="390525" cy="295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9" imgW="292100" imgH="203200" progId="Equation.KSEE3">
                  <p:embed/>
                </p:oleObj>
              </mc:Choice>
              <mc:Fallback>
                <p:oleObj r:id="rId59" imgW="292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9297353" y="2426335"/>
                        <a:ext cx="390525" cy="295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957436" y="2407603"/>
          <a:ext cx="25527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1" imgW="190500" imgH="215900" progId="Equation.KSEE3">
                  <p:embed/>
                </p:oleObj>
              </mc:Choice>
              <mc:Fallback>
                <p:oleObj r:id="rId61" imgW="1905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9957436" y="2407603"/>
                        <a:ext cx="25527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对象 8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222866" y="2407603"/>
          <a:ext cx="23749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3" imgW="177165" imgH="228600" progId="Equation.KSEE3">
                  <p:embed/>
                </p:oleObj>
              </mc:Choice>
              <mc:Fallback>
                <p:oleObj r:id="rId63" imgW="1771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10222866" y="2407603"/>
                        <a:ext cx="237490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对象 8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500996" y="2410778"/>
          <a:ext cx="25527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5" imgW="190500" imgH="215900" progId="Equation.KSEE3">
                  <p:embed/>
                </p:oleObj>
              </mc:Choice>
              <mc:Fallback>
                <p:oleObj r:id="rId65" imgW="1905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10500996" y="2410778"/>
                        <a:ext cx="25527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791191" y="2407603"/>
          <a:ext cx="23749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7" imgW="177165" imgH="228600" progId="Equation.KSEE3">
                  <p:embed/>
                </p:oleObj>
              </mc:Choice>
              <mc:Fallback>
                <p:oleObj r:id="rId67" imgW="1771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10791191" y="2407603"/>
                        <a:ext cx="237490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文本框 93"/>
          <p:cNvSpPr txBox="1"/>
          <p:nvPr/>
        </p:nvSpPr>
        <p:spPr>
          <a:xfrm>
            <a:off x="11148060" y="1965960"/>
            <a:ext cx="768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并</a:t>
            </a:r>
          </a:p>
          <a:p>
            <a:r>
              <a:rPr lang="zh-CN" altLang="en-US">
                <a:solidFill>
                  <a:srgbClr val="FF0000"/>
                </a:solidFill>
              </a:rPr>
              <a:t>行</a:t>
            </a:r>
          </a:p>
        </p:txBody>
      </p:sp>
      <p:sp>
        <p:nvSpPr>
          <p:cNvPr id="123" name="矩形 122"/>
          <p:cNvSpPr/>
          <p:nvPr/>
        </p:nvSpPr>
        <p:spPr>
          <a:xfrm>
            <a:off x="9709150" y="3168015"/>
            <a:ext cx="1330325" cy="3238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zh-CN"/>
          </a:p>
        </p:txBody>
      </p:sp>
      <p:cxnSp>
        <p:nvCxnSpPr>
          <p:cNvPr id="124" name="直接连接符 123"/>
          <p:cNvCxnSpPr/>
          <p:nvPr/>
        </p:nvCxnSpPr>
        <p:spPr>
          <a:xfrm>
            <a:off x="9946640" y="3161665"/>
            <a:ext cx="3175" cy="32194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10200640" y="3169920"/>
            <a:ext cx="3175" cy="32194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直接连接符 125"/>
          <p:cNvCxnSpPr/>
          <p:nvPr/>
        </p:nvCxnSpPr>
        <p:spPr>
          <a:xfrm>
            <a:off x="10464165" y="3161665"/>
            <a:ext cx="3175" cy="32194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10748645" y="3169920"/>
            <a:ext cx="3175" cy="32194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28" name="对象 12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729471" y="3177223"/>
          <a:ext cx="20447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9" imgW="152400" imgH="215900" progId="Equation.KSEE3">
                  <p:embed/>
                </p:oleObj>
              </mc:Choice>
              <mc:Fallback>
                <p:oleObj r:id="rId69" imgW="152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9729471" y="3177223"/>
                        <a:ext cx="20447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对象 12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952356" y="3170873"/>
          <a:ext cx="23749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1" imgW="177165" imgH="215900" progId="Equation.KSEE3">
                  <p:embed/>
                </p:oleObj>
              </mc:Choice>
              <mc:Fallback>
                <p:oleObj r:id="rId71" imgW="177165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9952356" y="3170873"/>
                        <a:ext cx="23749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对象 13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218739" y="3167698"/>
          <a:ext cx="22161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3" imgW="165100" imgH="228600" progId="Equation.KSEE3">
                  <p:embed/>
                </p:oleObj>
              </mc:Choice>
              <mc:Fallback>
                <p:oleObj r:id="rId73" imgW="1651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10218739" y="3167698"/>
                        <a:ext cx="22161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对象 13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497821" y="3170873"/>
          <a:ext cx="23749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5" imgW="177165" imgH="215900" progId="Equation.KSEE3">
                  <p:embed/>
                </p:oleObj>
              </mc:Choice>
              <mc:Fallback>
                <p:oleObj r:id="rId75" imgW="177165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10497821" y="3170873"/>
                        <a:ext cx="23749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对象 13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787064" y="3167698"/>
          <a:ext cx="22161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7" imgW="165100" imgH="228600" progId="Equation.KSEE3">
                  <p:embed/>
                </p:oleObj>
              </mc:Choice>
              <mc:Fallback>
                <p:oleObj r:id="rId77" imgW="1651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10787064" y="3167698"/>
                        <a:ext cx="22161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对象 13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348153" y="3181985"/>
          <a:ext cx="339725" cy="278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9" imgW="254000" imgH="190500" progId="Equation.KSEE3">
                  <p:embed/>
                </p:oleObj>
              </mc:Choice>
              <mc:Fallback>
                <p:oleObj r:id="rId79" imgW="2540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0"/>
                      <a:stretch>
                        <a:fillRect/>
                      </a:stretch>
                    </p:blipFill>
                    <p:spPr>
                      <a:xfrm>
                        <a:off x="9348153" y="3181985"/>
                        <a:ext cx="339725" cy="278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0" name="图片 139" descr="箭头"/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 rot="5400000">
            <a:off x="9834880" y="3707765"/>
            <a:ext cx="993775" cy="796290"/>
          </a:xfrm>
          <a:prstGeom prst="rect">
            <a:avLst/>
          </a:prstGeom>
        </p:spPr>
      </p:pic>
      <p:cxnSp>
        <p:nvCxnSpPr>
          <p:cNvPr id="143" name="肘形连接符 142"/>
          <p:cNvCxnSpPr>
            <a:stCxn id="141" idx="1"/>
          </p:cNvCxnSpPr>
          <p:nvPr/>
        </p:nvCxnSpPr>
        <p:spPr>
          <a:xfrm rot="10800000" flipH="1">
            <a:off x="7484745" y="2665095"/>
            <a:ext cx="389255" cy="2501900"/>
          </a:xfrm>
          <a:prstGeom prst="bentConnector4">
            <a:avLst>
              <a:gd name="adj1" fmla="val -61175"/>
              <a:gd name="adj2" fmla="val 57538"/>
            </a:avLst>
          </a:prstGeom>
          <a:ln w="41275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5" name="图片 144" descr="循环"/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8181975" y="2722245"/>
            <a:ext cx="1166495" cy="1166495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10942955" y="4981575"/>
            <a:ext cx="796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退出</a:t>
            </a:r>
          </a:p>
        </p:txBody>
      </p:sp>
      <p:sp>
        <p:nvSpPr>
          <p:cNvPr id="152" name="任意多边形 151"/>
          <p:cNvSpPr/>
          <p:nvPr>
            <p:custDataLst>
              <p:tags r:id="rId19"/>
            </p:custDataLst>
          </p:nvPr>
        </p:nvSpPr>
        <p:spPr>
          <a:xfrm>
            <a:off x="2363007" y="1081054"/>
            <a:ext cx="1867955" cy="1867955"/>
          </a:xfrm>
          <a:custGeom>
            <a:avLst/>
            <a:gdLst>
              <a:gd name="connsiteX0" fmla="*/ 1989 w 3929"/>
              <a:gd name="connsiteY0" fmla="*/ 3929 h 3929"/>
              <a:gd name="connsiteX1" fmla="*/ 1965 w 3929"/>
              <a:gd name="connsiteY1" fmla="*/ 3929 h 3929"/>
              <a:gd name="connsiteX2" fmla="*/ 0 w 3929"/>
              <a:gd name="connsiteY2" fmla="*/ 1965 h 3929"/>
              <a:gd name="connsiteX3" fmla="*/ 1965 w 3929"/>
              <a:gd name="connsiteY3" fmla="*/ 0 h 3929"/>
              <a:gd name="connsiteX4" fmla="*/ 3929 w 3929"/>
              <a:gd name="connsiteY4" fmla="*/ 1965 h 3929"/>
              <a:gd name="connsiteX5" fmla="*/ 3775 w 3929"/>
              <a:gd name="connsiteY5" fmla="*/ 2729 h 3929"/>
              <a:gd name="connsiteX6" fmla="*/ 3759 w 3929"/>
              <a:gd name="connsiteY6" fmla="*/ 2764 h 3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29" h="3929">
                <a:moveTo>
                  <a:pt x="1989" y="3929"/>
                </a:moveTo>
                <a:lnTo>
                  <a:pt x="1965" y="3929"/>
                </a:lnTo>
                <a:cubicBezTo>
                  <a:pt x="880" y="3929"/>
                  <a:pt x="0" y="3049"/>
                  <a:pt x="0" y="1965"/>
                </a:cubicBezTo>
                <a:cubicBezTo>
                  <a:pt x="0" y="880"/>
                  <a:pt x="880" y="0"/>
                  <a:pt x="1965" y="0"/>
                </a:cubicBezTo>
                <a:cubicBezTo>
                  <a:pt x="3049" y="0"/>
                  <a:pt x="3929" y="880"/>
                  <a:pt x="3929" y="1965"/>
                </a:cubicBezTo>
                <a:cubicBezTo>
                  <a:pt x="3929" y="2236"/>
                  <a:pt x="3874" y="2494"/>
                  <a:pt x="3775" y="2729"/>
                </a:cubicBezTo>
                <a:lnTo>
                  <a:pt x="3759" y="2764"/>
                </a:lnTo>
              </a:path>
            </a:pathLst>
          </a:custGeom>
          <a:noFill/>
          <a:ln w="50800" cap="rnd">
            <a:gradFill>
              <a:gsLst>
                <a:gs pos="0">
                  <a:srgbClr val="376FFF">
                    <a:alpha val="60000"/>
                  </a:srgbClr>
                </a:gs>
                <a:gs pos="80000">
                  <a:srgbClr val="376FFF"/>
                </a:gs>
              </a:gsLst>
              <a:lin ang="8100000" scaled="1"/>
            </a:gradFill>
            <a:tailEnd type="arrow" w="lg" len="sm"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3" name="任意多边形 152"/>
          <p:cNvSpPr/>
          <p:nvPr>
            <p:custDataLst>
              <p:tags r:id="rId20"/>
            </p:custDataLst>
          </p:nvPr>
        </p:nvSpPr>
        <p:spPr>
          <a:xfrm rot="7200000">
            <a:off x="3197240" y="2475147"/>
            <a:ext cx="1867955" cy="1867955"/>
          </a:xfrm>
          <a:custGeom>
            <a:avLst/>
            <a:gdLst>
              <a:gd name="connsiteX0" fmla="*/ 1989 w 3929"/>
              <a:gd name="connsiteY0" fmla="*/ 3929 h 3929"/>
              <a:gd name="connsiteX1" fmla="*/ 1965 w 3929"/>
              <a:gd name="connsiteY1" fmla="*/ 3929 h 3929"/>
              <a:gd name="connsiteX2" fmla="*/ 0 w 3929"/>
              <a:gd name="connsiteY2" fmla="*/ 1965 h 3929"/>
              <a:gd name="connsiteX3" fmla="*/ 1965 w 3929"/>
              <a:gd name="connsiteY3" fmla="*/ 0 h 3929"/>
              <a:gd name="connsiteX4" fmla="*/ 3929 w 3929"/>
              <a:gd name="connsiteY4" fmla="*/ 1965 h 3929"/>
              <a:gd name="connsiteX5" fmla="*/ 3775 w 3929"/>
              <a:gd name="connsiteY5" fmla="*/ 2729 h 3929"/>
              <a:gd name="connsiteX6" fmla="*/ 3759 w 3929"/>
              <a:gd name="connsiteY6" fmla="*/ 2764 h 3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29" h="3929">
                <a:moveTo>
                  <a:pt x="1989" y="3929"/>
                </a:moveTo>
                <a:lnTo>
                  <a:pt x="1965" y="3929"/>
                </a:lnTo>
                <a:cubicBezTo>
                  <a:pt x="880" y="3929"/>
                  <a:pt x="0" y="3049"/>
                  <a:pt x="0" y="1965"/>
                </a:cubicBezTo>
                <a:cubicBezTo>
                  <a:pt x="0" y="880"/>
                  <a:pt x="880" y="0"/>
                  <a:pt x="1965" y="0"/>
                </a:cubicBezTo>
                <a:cubicBezTo>
                  <a:pt x="3049" y="0"/>
                  <a:pt x="3929" y="880"/>
                  <a:pt x="3929" y="1965"/>
                </a:cubicBezTo>
                <a:cubicBezTo>
                  <a:pt x="3929" y="2236"/>
                  <a:pt x="3874" y="2494"/>
                  <a:pt x="3775" y="2729"/>
                </a:cubicBezTo>
                <a:lnTo>
                  <a:pt x="3759" y="2764"/>
                </a:lnTo>
              </a:path>
            </a:pathLst>
          </a:custGeom>
          <a:noFill/>
          <a:ln w="50800" cap="rnd">
            <a:gradFill>
              <a:gsLst>
                <a:gs pos="0">
                  <a:srgbClr val="17D594">
                    <a:alpha val="40000"/>
                  </a:srgbClr>
                </a:gs>
                <a:gs pos="80000">
                  <a:srgbClr val="17D594"/>
                </a:gs>
              </a:gsLst>
              <a:lin ang="8100000" scaled="1"/>
            </a:gradFill>
            <a:tailEnd type="arrow" w="lg" len="sm"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4" name="任意多边形 153"/>
          <p:cNvSpPr/>
          <p:nvPr>
            <p:custDataLst>
              <p:tags r:id="rId21"/>
            </p:custDataLst>
          </p:nvPr>
        </p:nvSpPr>
        <p:spPr>
          <a:xfrm rot="14400000">
            <a:off x="1578501" y="2496206"/>
            <a:ext cx="1867955" cy="1867955"/>
          </a:xfrm>
          <a:custGeom>
            <a:avLst/>
            <a:gdLst>
              <a:gd name="connsiteX0" fmla="*/ 1989 w 3929"/>
              <a:gd name="connsiteY0" fmla="*/ 3929 h 3929"/>
              <a:gd name="connsiteX1" fmla="*/ 1965 w 3929"/>
              <a:gd name="connsiteY1" fmla="*/ 3929 h 3929"/>
              <a:gd name="connsiteX2" fmla="*/ 0 w 3929"/>
              <a:gd name="connsiteY2" fmla="*/ 1965 h 3929"/>
              <a:gd name="connsiteX3" fmla="*/ 1965 w 3929"/>
              <a:gd name="connsiteY3" fmla="*/ 0 h 3929"/>
              <a:gd name="connsiteX4" fmla="*/ 3929 w 3929"/>
              <a:gd name="connsiteY4" fmla="*/ 1965 h 3929"/>
              <a:gd name="connsiteX5" fmla="*/ 3775 w 3929"/>
              <a:gd name="connsiteY5" fmla="*/ 2729 h 3929"/>
              <a:gd name="connsiteX6" fmla="*/ 3759 w 3929"/>
              <a:gd name="connsiteY6" fmla="*/ 2764 h 3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29" h="3929">
                <a:moveTo>
                  <a:pt x="1989" y="3929"/>
                </a:moveTo>
                <a:lnTo>
                  <a:pt x="1965" y="3929"/>
                </a:lnTo>
                <a:cubicBezTo>
                  <a:pt x="880" y="3929"/>
                  <a:pt x="0" y="3049"/>
                  <a:pt x="0" y="1965"/>
                </a:cubicBezTo>
                <a:cubicBezTo>
                  <a:pt x="0" y="880"/>
                  <a:pt x="880" y="0"/>
                  <a:pt x="1965" y="0"/>
                </a:cubicBezTo>
                <a:cubicBezTo>
                  <a:pt x="3049" y="0"/>
                  <a:pt x="3929" y="880"/>
                  <a:pt x="3929" y="1965"/>
                </a:cubicBezTo>
                <a:cubicBezTo>
                  <a:pt x="3929" y="2236"/>
                  <a:pt x="3874" y="2494"/>
                  <a:pt x="3775" y="2729"/>
                </a:cubicBezTo>
                <a:lnTo>
                  <a:pt x="3759" y="2764"/>
                </a:lnTo>
              </a:path>
            </a:pathLst>
          </a:custGeom>
          <a:noFill/>
          <a:ln w="50800" cap="rnd">
            <a:gradFill>
              <a:gsLst>
                <a:gs pos="0">
                  <a:srgbClr val="FFC000">
                    <a:alpha val="60000"/>
                  </a:srgbClr>
                </a:gs>
                <a:gs pos="80000">
                  <a:srgbClr val="FFC000"/>
                </a:gs>
              </a:gsLst>
              <a:lin ang="8100000" scaled="1"/>
            </a:gradFill>
            <a:tailEnd type="arrow" w="lg" len="sm"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1"/>
          </a:p>
        </p:txBody>
      </p:sp>
      <p:sp>
        <p:nvSpPr>
          <p:cNvPr id="155" name="矩形 154"/>
          <p:cNvSpPr/>
          <p:nvPr>
            <p:custDataLst>
              <p:tags r:id="rId22"/>
            </p:custDataLst>
          </p:nvPr>
        </p:nvSpPr>
        <p:spPr>
          <a:xfrm>
            <a:off x="4523105" y="1564005"/>
            <a:ext cx="1689735" cy="569595"/>
          </a:xfrm>
          <a:prstGeom prst="rect">
            <a:avLst/>
          </a:prstGeom>
          <a:noFill/>
          <a:ln>
            <a:noFill/>
          </a:ln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  <a:sym typeface="+mn-ea"/>
              </a:rPr>
              <a:t>将候选点集划分为不重叠的无限个子集</a:t>
            </a:r>
          </a:p>
        </p:txBody>
      </p:sp>
      <p:sp>
        <p:nvSpPr>
          <p:cNvPr id="156" name="矩形 155"/>
          <p:cNvSpPr/>
          <p:nvPr>
            <p:custDataLst>
              <p:tags r:id="rId23"/>
            </p:custDataLst>
          </p:nvPr>
        </p:nvSpPr>
        <p:spPr>
          <a:xfrm>
            <a:off x="5405121" y="3186295"/>
            <a:ext cx="1124332" cy="570143"/>
          </a:xfrm>
          <a:prstGeom prst="rect">
            <a:avLst/>
          </a:prstGeom>
          <a:noFill/>
          <a:ln>
            <a:noFill/>
          </a:ln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  <a:sym typeface="+mn-ea"/>
              </a:rPr>
              <a:t>每个线程处理子集中的一个元素</a:t>
            </a:r>
          </a:p>
        </p:txBody>
      </p:sp>
      <p:sp>
        <p:nvSpPr>
          <p:cNvPr id="157" name="矩形 156"/>
          <p:cNvSpPr/>
          <p:nvPr>
            <p:custDataLst>
              <p:tags r:id="rId24"/>
            </p:custDataLst>
          </p:nvPr>
        </p:nvSpPr>
        <p:spPr>
          <a:xfrm>
            <a:off x="112922" y="3120403"/>
            <a:ext cx="1080635" cy="570143"/>
          </a:xfrm>
          <a:prstGeom prst="rect">
            <a:avLst/>
          </a:prstGeom>
          <a:noFill/>
          <a:ln>
            <a:noFill/>
          </a:ln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  <a:sym typeface="+mn-ea"/>
              </a:rPr>
              <a:t>轮询到下一候选点集</a:t>
            </a:r>
          </a:p>
        </p:txBody>
      </p:sp>
      <p:sp>
        <p:nvSpPr>
          <p:cNvPr id="158" name="矩形 157"/>
          <p:cNvSpPr/>
          <p:nvPr>
            <p:custDataLst>
              <p:tags r:id="rId25"/>
            </p:custDataLst>
          </p:nvPr>
        </p:nvSpPr>
        <p:spPr>
          <a:xfrm>
            <a:off x="4522798" y="1167765"/>
            <a:ext cx="1525929" cy="24969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376FFF"/>
                </a:solidFill>
                <a:latin typeface="+mn-ea"/>
                <a:cs typeface="+mn-ea"/>
                <a:sym typeface="+mn-ea"/>
              </a:rPr>
              <a:t>子集划分</a:t>
            </a:r>
          </a:p>
        </p:txBody>
      </p:sp>
      <p:sp>
        <p:nvSpPr>
          <p:cNvPr id="159" name="矩形 158"/>
          <p:cNvSpPr/>
          <p:nvPr>
            <p:custDataLst>
              <p:tags r:id="rId26"/>
            </p:custDataLst>
          </p:nvPr>
        </p:nvSpPr>
        <p:spPr>
          <a:xfrm>
            <a:off x="61595" y="2729904"/>
            <a:ext cx="1131268" cy="24969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C000"/>
                </a:solidFill>
                <a:latin typeface="+mn-ea"/>
                <a:cs typeface="+mn-ea"/>
                <a:sym typeface="+mn-ea"/>
              </a:rPr>
              <a:t>轮询评估</a:t>
            </a:r>
          </a:p>
        </p:txBody>
      </p:sp>
      <p:sp>
        <p:nvSpPr>
          <p:cNvPr id="160" name="矩形 159"/>
          <p:cNvSpPr/>
          <p:nvPr>
            <p:custDataLst>
              <p:tags r:id="rId27"/>
            </p:custDataLst>
          </p:nvPr>
        </p:nvSpPr>
        <p:spPr>
          <a:xfrm>
            <a:off x="5404427" y="2798571"/>
            <a:ext cx="1470441" cy="24969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17D594"/>
                </a:solidFill>
                <a:latin typeface="+mn-ea"/>
                <a:cs typeface="+mn-ea"/>
                <a:sym typeface="+mn-ea"/>
              </a:rPr>
              <a:t>并行评估</a:t>
            </a:r>
          </a:p>
        </p:txBody>
      </p:sp>
      <p:sp>
        <p:nvSpPr>
          <p:cNvPr id="164" name="文本框 163"/>
          <p:cNvSpPr txBox="1"/>
          <p:nvPr/>
        </p:nvSpPr>
        <p:spPr>
          <a:xfrm>
            <a:off x="759460" y="4894580"/>
            <a:ext cx="36487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充分发挥</a:t>
            </a:r>
            <a:r>
              <a:rPr lang="en-US" altLang="zh-CN" sz="2400">
                <a:solidFill>
                  <a:srgbClr val="FF0000"/>
                </a:solidFill>
              </a:rPr>
              <a:t>CPU</a:t>
            </a:r>
            <a:r>
              <a:rPr lang="zh-CN" altLang="en-US" sz="2400">
                <a:solidFill>
                  <a:srgbClr val="FF0000"/>
                </a:solidFill>
              </a:rPr>
              <a:t>多核性能，且有在</a:t>
            </a:r>
            <a:r>
              <a:rPr lang="en-US" altLang="zh-CN" sz="2400">
                <a:solidFill>
                  <a:srgbClr val="FF0000"/>
                </a:solidFill>
              </a:rPr>
              <a:t>GPU</a:t>
            </a:r>
            <a:r>
              <a:rPr lang="zh-CN" altLang="en-US" sz="2400">
                <a:solidFill>
                  <a:srgbClr val="FF0000"/>
                </a:solidFill>
              </a:rPr>
              <a:t>端加速的潜能</a:t>
            </a:r>
          </a:p>
        </p:txBody>
      </p:sp>
      <p:cxnSp>
        <p:nvCxnSpPr>
          <p:cNvPr id="165" name="直接箭头连接符 164"/>
          <p:cNvCxnSpPr/>
          <p:nvPr/>
        </p:nvCxnSpPr>
        <p:spPr>
          <a:xfrm>
            <a:off x="8094345" y="1918335"/>
            <a:ext cx="3810" cy="2584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0" name="流程图: 准备 169"/>
          <p:cNvSpPr/>
          <p:nvPr/>
        </p:nvSpPr>
        <p:spPr>
          <a:xfrm>
            <a:off x="7640955" y="4819015"/>
            <a:ext cx="3347720" cy="756920"/>
          </a:xfrm>
          <a:prstGeom prst="flowChartPreparation">
            <a:avLst/>
          </a:prstGeom>
          <a:solidFill>
            <a:schemeClr val="accent1">
              <a:lumMod val="50000"/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评估器</a:t>
            </a:r>
          </a:p>
        </p:txBody>
      </p:sp>
      <p:sp>
        <p:nvSpPr>
          <p:cNvPr id="141" name="流程图: 准备 140"/>
          <p:cNvSpPr/>
          <p:nvPr/>
        </p:nvSpPr>
        <p:spPr>
          <a:xfrm>
            <a:off x="7485380" y="4788535"/>
            <a:ext cx="3347720" cy="756920"/>
          </a:xfrm>
          <a:prstGeom prst="flowChartPreparati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评估器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823085" y="800735"/>
          <a:ext cx="8569960" cy="451866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142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2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2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2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任务编号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并发策略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完工时间（</a:t>
                      </a:r>
                      <a:r>
                        <a:rPr lang="en-US" altLang="zh-CN"/>
                        <a:t>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平均设备使用率</a:t>
                      </a:r>
                      <a:r>
                        <a:rPr lang="en-US" altLang="zh-CN"/>
                        <a:t>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/>
                        <a:t>d</a:t>
                      </a:r>
                      <a:r>
                        <a:rPr lang="en-US" altLang="zh-CN" sz="20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29919.5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15.11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/>
                        <a:t>18892.5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/>
                        <a:t>24.28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/>
                        <a:t>a</a:t>
                      </a:r>
                      <a:r>
                        <a:rPr lang="en-US" altLang="zh-CN" sz="2000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/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24250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17.07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sym typeface="+mn-ea"/>
                        </a:rPr>
                        <a:t>20723.5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/>
                        <a:t>20.36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/>
                        <a:t>c</a:t>
                      </a:r>
                      <a:r>
                        <a:rPr lang="en-US" altLang="zh-CN" sz="2000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26133.5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11.73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>
                          <a:sym typeface="+mn-ea"/>
                        </a:rPr>
                        <a:t>16333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/>
                        <a:t>19.13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/>
                        <a:t>d</a:t>
                      </a:r>
                      <a:r>
                        <a:rPr lang="en-US" altLang="zh-CN" sz="2000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24472.5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20.07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>
                          <a:sym typeface="+mn-ea"/>
                        </a:rPr>
                        <a:t>19388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/>
                        <a:t>25.93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均值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26193.88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15.99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</a:rPr>
                        <a:t>18834.25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22.43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1814195" y="5361305"/>
          <a:ext cx="8587740" cy="914400"/>
        </p:xfrm>
        <a:graphic>
          <a:graphicData uri="http://schemas.openxmlformats.org/drawingml/2006/table">
            <a:tbl>
              <a:tblPr bandCol="1">
                <a:tableStyleId>{3B4B98B0-60AC-42C2-AFA5-B58CD77FA1E5}</a:tableStyleId>
              </a:tblPr>
              <a:tblGrid>
                <a:gridCol w="2146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6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6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/>
                        <a:t>对比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差值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-7359.63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6.43%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-28.09%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40.21%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82600" y="1284605"/>
            <a:ext cx="613410" cy="48952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>
                <a:solidFill>
                  <a:schemeClr val="tx1"/>
                </a:solidFill>
                <a:latin typeface="汉仪铸字美心体简" panose="00020600040101010101" charset="-122"/>
                <a:ea typeface="汉仪铸字美心体简" panose="00020600040101010101" charset="-122"/>
              </a:rPr>
              <a:t>并发出片策略</a:t>
            </a:r>
          </a:p>
        </p:txBody>
      </p:sp>
      <p:sp>
        <p:nvSpPr>
          <p:cNvPr id="133" name="PA-文本框 8"/>
          <p:cNvSpPr txBox="1"/>
          <p:nvPr>
            <p:custDataLst>
              <p:tags r:id="rId3"/>
            </p:custDataLst>
          </p:nvPr>
        </p:nvSpPr>
        <p:spPr>
          <a:xfrm>
            <a:off x="2772662" y="230619"/>
            <a:ext cx="1586585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cs typeface="仓耳玄三M W05" panose="02020400000000000000" charset="-128"/>
                <a:sym typeface="汉仪雅酷黑简" panose="00020600040101010101" charset="-122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ea"/>
              <a:cs typeface="Saturday Sans Regular" panose="02010600010101010101" charset="-122"/>
              <a:sym typeface="汉仪雅酷黑简" panose="00020600040101010101" charset="-122"/>
              <a:rtl val="0"/>
            </a:endParaRPr>
          </a:p>
        </p:txBody>
      </p:sp>
      <p:sp>
        <p:nvSpPr>
          <p:cNvPr id="135" name="PA-文本框 15"/>
          <p:cNvSpPr txBox="1"/>
          <p:nvPr>
            <p:custDataLst>
              <p:tags r:id="rId4"/>
            </p:custDataLst>
          </p:nvPr>
        </p:nvSpPr>
        <p:spPr>
          <a:xfrm>
            <a:off x="9593686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创新点</a:t>
            </a:r>
          </a:p>
        </p:txBody>
      </p:sp>
      <p:cxnSp>
        <p:nvCxnSpPr>
          <p:cNvPr id="136" name="PA-直接连接符 26"/>
          <p:cNvCxnSpPr/>
          <p:nvPr>
            <p:custDataLst>
              <p:tags r:id="rId5"/>
            </p:custDataLst>
          </p:nvPr>
        </p:nvCxnSpPr>
        <p:spPr>
          <a:xfrm>
            <a:off x="9552131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38" name="图片 137"/>
          <p:cNvPicPr>
            <a:picLocks noChangeAspect="1"/>
          </p:cNvPicPr>
          <p:nvPr/>
        </p:nvPicPr>
        <p:blipFill>
          <a:blip r:embed="rId19" cstate="print">
            <a:duotone>
              <a:prstClr val="black"/>
              <a:srgbClr val="008B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Photocopy detail="2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23" y="110068"/>
            <a:ext cx="441726" cy="547807"/>
          </a:xfrm>
          <a:prstGeom prst="rect">
            <a:avLst/>
          </a:prstGeom>
        </p:spPr>
      </p:pic>
      <p:cxnSp>
        <p:nvCxnSpPr>
          <p:cNvPr id="140" name="PA-直接连接符 26"/>
          <p:cNvCxnSpPr/>
          <p:nvPr>
            <p:custDataLst>
              <p:tags r:id="rId6"/>
            </p:custDataLst>
          </p:nvPr>
        </p:nvCxnSpPr>
        <p:spPr>
          <a:xfrm>
            <a:off x="7882434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41" name="PA-直接连接符 26"/>
          <p:cNvCxnSpPr/>
          <p:nvPr>
            <p:custDataLst>
              <p:tags r:id="rId7"/>
            </p:custDataLst>
          </p:nvPr>
        </p:nvCxnSpPr>
        <p:spPr>
          <a:xfrm>
            <a:off x="6212738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42" name="PA-任意多边形 121"/>
          <p:cNvSpPr/>
          <p:nvPr>
            <p:custDataLst>
              <p:tags r:id="rId8"/>
            </p:custDataLst>
          </p:nvPr>
        </p:nvSpPr>
        <p:spPr>
          <a:xfrm>
            <a:off x="2502423" y="220980"/>
            <a:ext cx="163942" cy="327660"/>
          </a:xfrm>
          <a:custGeom>
            <a:avLst/>
            <a:gdLst/>
            <a:ahLst/>
            <a:cxnLst/>
            <a:rect l="0" t="0" r="0" b="0"/>
            <a:pathLst>
              <a:path w="275824" h="551647">
                <a:moveTo>
                  <a:pt x="0" y="551646"/>
                </a:moveTo>
                <a:lnTo>
                  <a:pt x="275823" y="275823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gradFill>
              <a:gsLst>
                <a:gs pos="8000">
                  <a:srgbClr val="00C2FF"/>
                </a:gs>
                <a:gs pos="100000">
                  <a:srgbClr val="008BFF">
                    <a:lumMod val="75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143" name="PA-矩形 114"/>
          <p:cNvSpPr/>
          <p:nvPr>
            <p:custDataLst>
              <p:tags r:id="rId9"/>
            </p:custDataLst>
          </p:nvPr>
        </p:nvSpPr>
        <p:spPr>
          <a:xfrm rot="18900000">
            <a:off x="2408555" y="322334"/>
            <a:ext cx="125039" cy="124954"/>
          </a:xfrm>
          <a:prstGeom prst="rect">
            <a:avLst/>
          </a:prstGeom>
          <a:gradFill flip="none" rotWithShape="1">
            <a:gsLst>
              <a:gs pos="0">
                <a:srgbClr val="00C2FF"/>
              </a:gs>
              <a:gs pos="99000">
                <a:srgbClr val="008B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544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cxnSp>
        <p:nvCxnSpPr>
          <p:cNvPr id="144" name="PA-直接连接符 26"/>
          <p:cNvCxnSpPr/>
          <p:nvPr>
            <p:custDataLst>
              <p:tags r:id="rId10"/>
            </p:custDataLst>
          </p:nvPr>
        </p:nvCxnSpPr>
        <p:spPr>
          <a:xfrm>
            <a:off x="4486275" y="229870"/>
            <a:ext cx="0" cy="315595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45" name="图片 144" descr="集创赛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147" name="PA-文本框 6"/>
          <p:cNvSpPr txBox="1"/>
          <p:nvPr>
            <p:custDataLst>
              <p:tags r:id="rId11"/>
            </p:custDataLst>
          </p:nvPr>
        </p:nvSpPr>
        <p:spPr>
          <a:xfrm>
            <a:off x="4605020" y="149860"/>
            <a:ext cx="1580515" cy="4679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项目介绍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139" name="PA-文本框 10"/>
          <p:cNvSpPr txBox="1"/>
          <p:nvPr>
            <p:custDataLst>
              <p:tags r:id="rId12"/>
            </p:custDataLst>
          </p:nvPr>
        </p:nvSpPr>
        <p:spPr>
          <a:xfrm>
            <a:off x="6254294" y="215379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技术路线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46" name="PA-任意多边形 7"/>
          <p:cNvSpPr/>
          <p:nvPr>
            <p:custDataLst>
              <p:tags r:id="rId13"/>
            </p:custDataLst>
          </p:nvPr>
        </p:nvSpPr>
        <p:spPr>
          <a:xfrm>
            <a:off x="7939657" y="153763"/>
            <a:ext cx="1586586" cy="468036"/>
          </a:xfrm>
          <a:prstGeom prst="roundRect">
            <a:avLst/>
          </a:prstGeom>
          <a:gradFill flip="none" rotWithShape="1">
            <a:gsLst>
              <a:gs pos="10000">
                <a:srgbClr val="008BFF"/>
              </a:gs>
              <a:gs pos="50000">
                <a:srgbClr val="008BFF">
                  <a:lumMod val="75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" dist="38100" dir="5400000" sx="99000" sy="99000" algn="t" rotWithShape="0">
              <a:srgbClr val="008BFF">
                <a:lumMod val="50000"/>
                <a:alpha val="53000"/>
              </a:srgbClr>
            </a:outerShdw>
          </a:effectLst>
        </p:spPr>
        <p:txBody>
          <a:bodyPr rtlCol="0" anchor="ctr"/>
          <a:lstStyle/>
          <a:p>
            <a:pPr algn="ctr" defTabSz="1219200"/>
            <a:endParaRPr lang="zh-CN" altLang="en-US" sz="2400" kern="0" dirty="0">
              <a:solidFill>
                <a:prstClr val="white"/>
              </a:solidFill>
              <a:latin typeface="仓耳玄三M W05" panose="02020400000000000000" charset="-128"/>
            </a:endParaRPr>
          </a:p>
        </p:txBody>
      </p:sp>
      <p:sp>
        <p:nvSpPr>
          <p:cNvPr id="134" name="PA-文本框 10"/>
          <p:cNvSpPr txBox="1"/>
          <p:nvPr>
            <p:custDataLst>
              <p:tags r:id="rId14"/>
            </p:custDataLst>
          </p:nvPr>
        </p:nvSpPr>
        <p:spPr>
          <a:xfrm>
            <a:off x="7923990" y="199821"/>
            <a:ext cx="158658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技术指标</a:t>
            </a:r>
          </a:p>
        </p:txBody>
      </p:sp>
      <p:sp>
        <p:nvSpPr>
          <p:cNvPr id="137" name="任意多边形: 形状 32"/>
          <p:cNvSpPr/>
          <p:nvPr>
            <p:custDataLst>
              <p:tags r:id="rId15"/>
            </p:custDataLst>
          </p:nvPr>
        </p:nvSpPr>
        <p:spPr>
          <a:xfrm flipV="1">
            <a:off x="-3810" y="726128"/>
            <a:ext cx="12192000" cy="55383"/>
          </a:xfrm>
          <a:custGeom>
            <a:avLst/>
            <a:gdLst>
              <a:gd name="connsiteX0" fmla="*/ 0 w 12192000"/>
              <a:gd name="connsiteY0" fmla="*/ 55383 h 55383"/>
              <a:gd name="connsiteX1" fmla="*/ 12192000 w 12192000"/>
              <a:gd name="connsiteY1" fmla="*/ 55383 h 55383"/>
              <a:gd name="connsiteX2" fmla="*/ 12192000 w 12192000"/>
              <a:gd name="connsiteY2" fmla="*/ 0 h 55383"/>
              <a:gd name="connsiteX3" fmla="*/ 0 w 12192000"/>
              <a:gd name="connsiteY3" fmla="*/ 0 h 5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383">
                <a:moveTo>
                  <a:pt x="0" y="55383"/>
                </a:moveTo>
                <a:lnTo>
                  <a:pt x="12192000" y="55383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008BFF">
                  <a:lumMod val="75000"/>
                </a:srgbClr>
              </a:gs>
              <a:gs pos="100000">
                <a:srgbClr val="008BFF">
                  <a:lumMod val="20000"/>
                  <a:lumOff val="80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outerShdw blurRad="279400" dist="203200" dir="3600000" sx="88000" sy="88000" algn="t" rotWithShape="0">
              <a:srgbClr val="00C2FF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686685" y="6377305"/>
            <a:ext cx="1799590" cy="432000"/>
          </a:xfrm>
          <a:prstGeom prst="roundRect">
            <a:avLst>
              <a:gd name="adj" fmla="val 29868"/>
            </a:avLst>
          </a:prstGeom>
          <a:gradFill>
            <a:gsLst>
              <a:gs pos="10000">
                <a:srgbClr val="008BFF">
                  <a:alpha val="100000"/>
                </a:srgbClr>
              </a:gs>
              <a:gs pos="64000">
                <a:srgbClr val="0068BF">
                  <a:lumMod val="75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-5080" y="6318885"/>
            <a:ext cx="12212320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033395" y="6407150"/>
            <a:ext cx="1172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最终指标</a:t>
            </a:r>
          </a:p>
        </p:txBody>
      </p:sp>
      <p:cxnSp>
        <p:nvCxnSpPr>
          <p:cNvPr id="3" name="PA-直接连接符 26"/>
          <p:cNvCxnSpPr/>
          <p:nvPr>
            <p:custDataLst>
              <p:tags r:id="rId16"/>
            </p:custDataLst>
          </p:nvPr>
        </p:nvCxnSpPr>
        <p:spPr>
          <a:xfrm>
            <a:off x="486600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6" name="PA-直接连接符 26"/>
          <p:cNvCxnSpPr/>
          <p:nvPr>
            <p:custDataLst>
              <p:tags r:id="rId17"/>
            </p:custDataLst>
          </p:nvPr>
        </p:nvCxnSpPr>
        <p:spPr>
          <a:xfrm>
            <a:off x="730313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9" name="文本框 18"/>
          <p:cNvSpPr txBox="1"/>
          <p:nvPr/>
        </p:nvSpPr>
        <p:spPr>
          <a:xfrm>
            <a:off x="557085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横向对比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925435" y="6412230"/>
            <a:ext cx="12319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鲁棒性检验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1397635" y="6367145"/>
            <a:ext cx="1031240" cy="468630"/>
            <a:chOff x="2337" y="3960"/>
            <a:chExt cx="3044" cy="1440"/>
          </a:xfrm>
        </p:grpSpPr>
        <p:pic>
          <p:nvPicPr>
            <p:cNvPr id="26" name="图片 25" descr="10758982923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3941" y="3960"/>
              <a:ext cx="1440" cy="1440"/>
            </a:xfrm>
            <a:prstGeom prst="rect">
              <a:avLst/>
            </a:prstGeom>
          </p:spPr>
        </p:pic>
        <p:pic>
          <p:nvPicPr>
            <p:cNvPr id="27" name="图片 26" descr="10757629902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337" y="3960"/>
              <a:ext cx="1983" cy="1440"/>
            </a:xfrm>
            <a:prstGeom prst="rect">
              <a:avLst/>
            </a:prstGeom>
          </p:spPr>
        </p:pic>
      </p:grpSp>
      <p:pic>
        <p:nvPicPr>
          <p:cNvPr id="30" name="图片 29" descr="机械臂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47040" y="6355080"/>
            <a:ext cx="502920" cy="50292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 flipH="1" flipV="1">
            <a:off x="9439275" y="6355080"/>
            <a:ext cx="1031240" cy="468630"/>
            <a:chOff x="2337" y="3960"/>
            <a:chExt cx="3044" cy="1440"/>
          </a:xfrm>
        </p:grpSpPr>
        <p:pic>
          <p:nvPicPr>
            <p:cNvPr id="32" name="图片 31" descr="10758982923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3941" y="3960"/>
              <a:ext cx="1440" cy="1440"/>
            </a:xfrm>
            <a:prstGeom prst="rect">
              <a:avLst/>
            </a:prstGeom>
          </p:spPr>
        </p:pic>
        <p:pic>
          <p:nvPicPr>
            <p:cNvPr id="33" name="图片 32" descr="10757629902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2337" y="3960"/>
              <a:ext cx="1983" cy="1440"/>
            </a:xfrm>
            <a:prstGeom prst="rect">
              <a:avLst/>
            </a:prstGeom>
          </p:spPr>
        </p:pic>
      </p:grpSp>
      <p:pic>
        <p:nvPicPr>
          <p:cNvPr id="39" name="图片 38" descr="图形处理器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911840" y="6304915"/>
            <a:ext cx="553085" cy="5530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2686685" y="6377305"/>
            <a:ext cx="1799590" cy="432000"/>
          </a:xfrm>
          <a:prstGeom prst="roundRect">
            <a:avLst>
              <a:gd name="adj" fmla="val 29868"/>
            </a:avLst>
          </a:prstGeom>
          <a:gradFill>
            <a:gsLst>
              <a:gs pos="10000">
                <a:srgbClr val="008BFF">
                  <a:alpha val="100000"/>
                </a:srgbClr>
              </a:gs>
              <a:gs pos="64000">
                <a:srgbClr val="0068BF">
                  <a:lumMod val="75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-5080" y="6318885"/>
            <a:ext cx="12212320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033395" y="6407150"/>
            <a:ext cx="1172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最终指标</a:t>
            </a:r>
          </a:p>
        </p:txBody>
      </p:sp>
      <p:cxnSp>
        <p:nvCxnSpPr>
          <p:cNvPr id="15" name="PA-直接连接符 26"/>
          <p:cNvCxnSpPr/>
          <p:nvPr>
            <p:custDataLst>
              <p:tags r:id="rId2"/>
            </p:custDataLst>
          </p:nvPr>
        </p:nvCxnSpPr>
        <p:spPr>
          <a:xfrm>
            <a:off x="486600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6" name="PA-直接连接符 26"/>
          <p:cNvCxnSpPr/>
          <p:nvPr>
            <p:custDataLst>
              <p:tags r:id="rId3"/>
            </p:custDataLst>
          </p:nvPr>
        </p:nvCxnSpPr>
        <p:spPr>
          <a:xfrm>
            <a:off x="730313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9" name="文本框 18"/>
          <p:cNvSpPr txBox="1"/>
          <p:nvPr/>
        </p:nvSpPr>
        <p:spPr>
          <a:xfrm>
            <a:off x="5570855" y="6412230"/>
            <a:ext cx="1026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横向对比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925435" y="6412230"/>
            <a:ext cx="12319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鲁棒性检验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1397635" y="6367145"/>
            <a:ext cx="1031240" cy="468630"/>
            <a:chOff x="2337" y="3960"/>
            <a:chExt cx="3044" cy="1440"/>
          </a:xfrm>
        </p:grpSpPr>
        <p:pic>
          <p:nvPicPr>
            <p:cNvPr id="26" name="图片 25" descr="10758982923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941" y="3960"/>
              <a:ext cx="1440" cy="1440"/>
            </a:xfrm>
            <a:prstGeom prst="rect">
              <a:avLst/>
            </a:prstGeom>
          </p:spPr>
        </p:pic>
        <p:pic>
          <p:nvPicPr>
            <p:cNvPr id="27" name="图片 26" descr="10757629902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2337" y="3960"/>
              <a:ext cx="1983" cy="1440"/>
            </a:xfrm>
            <a:prstGeom prst="rect">
              <a:avLst/>
            </a:prstGeom>
          </p:spPr>
        </p:pic>
      </p:grpSp>
      <p:pic>
        <p:nvPicPr>
          <p:cNvPr id="30" name="图片 29" descr="机械臂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47040" y="6355080"/>
            <a:ext cx="502920" cy="50292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 flipH="1" flipV="1">
            <a:off x="9439275" y="6355080"/>
            <a:ext cx="1031240" cy="468630"/>
            <a:chOff x="2337" y="3960"/>
            <a:chExt cx="3044" cy="1440"/>
          </a:xfrm>
        </p:grpSpPr>
        <p:pic>
          <p:nvPicPr>
            <p:cNvPr id="32" name="图片 31" descr="10758982923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3941" y="3960"/>
              <a:ext cx="1440" cy="1440"/>
            </a:xfrm>
            <a:prstGeom prst="rect">
              <a:avLst/>
            </a:prstGeom>
          </p:spPr>
        </p:pic>
        <p:pic>
          <p:nvPicPr>
            <p:cNvPr id="33" name="图片 32" descr="10757629902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337" y="3960"/>
              <a:ext cx="1983" cy="1440"/>
            </a:xfrm>
            <a:prstGeom prst="rect">
              <a:avLst/>
            </a:prstGeom>
          </p:spPr>
        </p:pic>
      </p:grpSp>
      <p:pic>
        <p:nvPicPr>
          <p:cNvPr id="39" name="图片 38" descr="图形处理器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911840" y="6304915"/>
            <a:ext cx="553085" cy="5530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4455" y="863600"/>
            <a:ext cx="2126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测试环境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64465" y="1291590"/>
            <a:ext cx="2701290" cy="913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/>
              <a:t>硬件：</a:t>
            </a:r>
          </a:p>
          <a:p>
            <a:r>
              <a:rPr lang="en-US" altLang="zh-CN"/>
              <a:t>CPU</a:t>
            </a:r>
            <a:r>
              <a:rPr lang="zh-CN" altLang="en-US"/>
              <a:t>：</a:t>
            </a:r>
            <a:r>
              <a:rPr lang="en-US" altLang="zh-CN"/>
              <a:t>AMD AI 9 HX 370</a:t>
            </a:r>
          </a:p>
          <a:p>
            <a:r>
              <a:rPr lang="zh-CN" altLang="en-US"/>
              <a:t>内存：</a:t>
            </a:r>
            <a:r>
              <a:rPr lang="en-US" altLang="zh-CN"/>
              <a:t>32GB</a:t>
            </a:r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3284855" y="1213485"/>
            <a:ext cx="2033270" cy="876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ym typeface="+mn-ea"/>
              </a:rPr>
              <a:t>软件：</a:t>
            </a:r>
            <a:endParaRPr lang="zh-CN" altLang="en-US" b="1"/>
          </a:p>
          <a:p>
            <a:r>
              <a:rPr lang="zh-CN" altLang="en-US">
                <a:sym typeface="+mn-ea"/>
              </a:rPr>
              <a:t>系统：</a:t>
            </a:r>
            <a:r>
              <a:rPr lang="en-US" altLang="zh-CN">
                <a:sym typeface="+mn-ea"/>
              </a:rPr>
              <a:t>Arch Linux</a:t>
            </a:r>
            <a:endParaRPr lang="zh-CN" altLang="en-US"/>
          </a:p>
          <a:p>
            <a:r>
              <a:rPr lang="zh-CN" altLang="en-US">
                <a:sym typeface="+mn-ea"/>
              </a:rPr>
              <a:t>编译器：</a:t>
            </a:r>
            <a:r>
              <a:rPr lang="en-US" altLang="zh-CN">
                <a:sym typeface="+mn-ea"/>
              </a:rPr>
              <a:t>g++ 13.0</a:t>
            </a:r>
            <a:endParaRPr lang="en-US" altLang="zh-CN"/>
          </a:p>
          <a:p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86055" y="2376170"/>
            <a:ext cx="5488940" cy="3706495"/>
            <a:chOff x="259" y="3588"/>
            <a:chExt cx="11366" cy="812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259" y="3588"/>
              <a:ext cx="8640" cy="168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3057" y="4102"/>
              <a:ext cx="8376" cy="1632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259" y="5734"/>
              <a:ext cx="8256" cy="165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057" y="6140"/>
              <a:ext cx="8520" cy="159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259" y="7751"/>
              <a:ext cx="8412" cy="1608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3057" y="8146"/>
              <a:ext cx="8472" cy="1608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59" y="9752"/>
              <a:ext cx="8496" cy="1644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3057" y="10100"/>
              <a:ext cx="8568" cy="1608"/>
            </a:xfrm>
            <a:prstGeom prst="rect">
              <a:avLst/>
            </a:prstGeom>
          </p:spPr>
        </p:pic>
      </p:grpSp>
      <p:graphicFrame>
        <p:nvGraphicFramePr>
          <p:cNvPr id="20" name="表格 19"/>
          <p:cNvGraphicFramePr/>
          <p:nvPr>
            <p:custDataLst>
              <p:tags r:id="rId4"/>
            </p:custDataLst>
          </p:nvPr>
        </p:nvGraphicFramePr>
        <p:xfrm>
          <a:off x="5706745" y="915670"/>
          <a:ext cx="6411595" cy="5252720"/>
        </p:xfrm>
        <a:graphic>
          <a:graphicData uri="http://schemas.openxmlformats.org/drawingml/2006/table">
            <a:tbl>
              <a:tblPr firstRow="1" lastRow="1" bandRow="1">
                <a:tableStyleId>{69012ECD-51FC-41F1-AA8D-1B2483CD663E}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任务编号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完工时间</a:t>
                      </a:r>
                      <a:r>
                        <a:rPr lang="en-US" altLang="zh-CN"/>
                        <a:t>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滞留时间</a:t>
                      </a:r>
                      <a:r>
                        <a:rPr lang="en-US" altLang="zh-CN"/>
                        <a:t>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运行时间（</a:t>
                      </a:r>
                      <a:r>
                        <a:rPr lang="en-US" altLang="zh-CN"/>
                        <a:t>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 dirty="0"/>
                        <a:t>a</a:t>
                      </a:r>
                      <a:r>
                        <a:rPr lang="en-US" altLang="en-US" sz="24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50296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14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27.81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 dirty="0"/>
                        <a:t>b</a:t>
                      </a:r>
                      <a:r>
                        <a:rPr lang="en-US" altLang="en-US" sz="24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12896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14.5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2.745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/>
                        <a:t>c</a:t>
                      </a:r>
                      <a:r>
                        <a:rPr lang="en-US" altLang="en-US" sz="2400" baseline="-250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10690.5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15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3.706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/>
                        <a:t>d</a:t>
                      </a:r>
                      <a:r>
                        <a:rPr lang="en-US" altLang="en-US" sz="2400" baseline="-250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18892.5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14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9.453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/>
                        <a:t>a</a:t>
                      </a:r>
                      <a:r>
                        <a:rPr lang="en-US" altLang="en-US" sz="2400" baseline="-25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20723.5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15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6.595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/>
                        <a:t>b</a:t>
                      </a:r>
                      <a:r>
                        <a:rPr lang="en-US" altLang="en-US" sz="2400" baseline="-25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30254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15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14.625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/>
                        <a:t>c</a:t>
                      </a:r>
                      <a:r>
                        <a:rPr lang="en-US" altLang="en-US" sz="2400" baseline="-25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16333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13.5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6.432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/>
                        <a:t>d</a:t>
                      </a:r>
                      <a:r>
                        <a:rPr lang="en-US" altLang="en-US" sz="2400" baseline="-25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19388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15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b="0" i="0"/>
                        <a:t>5.701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3600" baseline="-25000"/>
                        <a:t>均值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i="0" dirty="0">
                          <a:solidFill>
                            <a:srgbClr val="FF0000"/>
                          </a:solidFill>
                        </a:rPr>
                        <a:t>22434.19</a:t>
                      </a:r>
                    </a:p>
                  </a:txBody>
                  <a:tcPr marL="7937" marR="7937" marT="793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i="0" dirty="0">
                          <a:solidFill>
                            <a:srgbClr val="FF0000"/>
                          </a:solidFill>
                        </a:rPr>
                        <a:t>14.5</a:t>
                      </a:r>
                    </a:p>
                  </a:txBody>
                  <a:tcPr marL="7937" marR="7937" marT="793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2400" i="0" dirty="0">
                          <a:solidFill>
                            <a:srgbClr val="FF0000"/>
                          </a:solidFill>
                        </a:rPr>
                        <a:t>9.63</a:t>
                      </a:r>
                    </a:p>
                  </a:txBody>
                  <a:tcPr marL="7937" marR="7937" marT="7937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" name="PA-文本框 8"/>
          <p:cNvSpPr txBox="1"/>
          <p:nvPr>
            <p:custDataLst>
              <p:tags r:id="rId5"/>
            </p:custDataLst>
          </p:nvPr>
        </p:nvSpPr>
        <p:spPr>
          <a:xfrm>
            <a:off x="2772662" y="230619"/>
            <a:ext cx="1586585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cs typeface="仓耳玄三M W05" panose="02020400000000000000" charset="-128"/>
                <a:sym typeface="汉仪雅酷黑简" panose="00020600040101010101" charset="-122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ea"/>
              <a:cs typeface="Saturday Sans Regular" panose="02010600010101010101" charset="-122"/>
              <a:sym typeface="汉仪雅酷黑简" panose="00020600040101010101" charset="-122"/>
              <a:rtl val="0"/>
            </a:endParaRPr>
          </a:p>
        </p:txBody>
      </p:sp>
      <p:sp>
        <p:nvSpPr>
          <p:cNvPr id="35" name="PA-文本框 15"/>
          <p:cNvSpPr txBox="1"/>
          <p:nvPr>
            <p:custDataLst>
              <p:tags r:id="rId6"/>
            </p:custDataLst>
          </p:nvPr>
        </p:nvSpPr>
        <p:spPr>
          <a:xfrm>
            <a:off x="9593686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创新点</a:t>
            </a:r>
          </a:p>
        </p:txBody>
      </p:sp>
      <p:cxnSp>
        <p:nvCxnSpPr>
          <p:cNvPr id="29" name="PA-直接连接符 26"/>
          <p:cNvCxnSpPr/>
          <p:nvPr>
            <p:custDataLst>
              <p:tags r:id="rId7"/>
            </p:custDataLst>
          </p:nvPr>
        </p:nvCxnSpPr>
        <p:spPr>
          <a:xfrm>
            <a:off x="9552131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40" name="图片 39"/>
          <p:cNvPicPr>
            <a:picLocks noChangeAspect="1"/>
          </p:cNvPicPr>
          <p:nvPr/>
        </p:nvPicPr>
        <p:blipFill>
          <a:blip r:embed="rId37" cstate="print">
            <a:duotone>
              <a:prstClr val="black"/>
              <a:srgbClr val="008B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8">
                    <a14:imgEffect>
                      <a14:artisticPhotocopy detail="2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23" y="110068"/>
            <a:ext cx="441726" cy="547807"/>
          </a:xfrm>
          <a:prstGeom prst="rect">
            <a:avLst/>
          </a:prstGeom>
        </p:spPr>
      </p:pic>
      <p:cxnSp>
        <p:nvCxnSpPr>
          <p:cNvPr id="41" name="PA-直接连接符 26"/>
          <p:cNvCxnSpPr/>
          <p:nvPr>
            <p:custDataLst>
              <p:tags r:id="rId8"/>
            </p:custDataLst>
          </p:nvPr>
        </p:nvCxnSpPr>
        <p:spPr>
          <a:xfrm>
            <a:off x="7882434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42" name="PA-直接连接符 26"/>
          <p:cNvCxnSpPr/>
          <p:nvPr>
            <p:custDataLst>
              <p:tags r:id="rId9"/>
            </p:custDataLst>
          </p:nvPr>
        </p:nvCxnSpPr>
        <p:spPr>
          <a:xfrm>
            <a:off x="6212738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43" name="PA-任意多边形 121"/>
          <p:cNvSpPr/>
          <p:nvPr>
            <p:custDataLst>
              <p:tags r:id="rId10"/>
            </p:custDataLst>
          </p:nvPr>
        </p:nvSpPr>
        <p:spPr>
          <a:xfrm>
            <a:off x="2502423" y="220980"/>
            <a:ext cx="163942" cy="327660"/>
          </a:xfrm>
          <a:custGeom>
            <a:avLst/>
            <a:gdLst/>
            <a:ahLst/>
            <a:cxnLst/>
            <a:rect l="0" t="0" r="0" b="0"/>
            <a:pathLst>
              <a:path w="275824" h="551647">
                <a:moveTo>
                  <a:pt x="0" y="551646"/>
                </a:moveTo>
                <a:lnTo>
                  <a:pt x="275823" y="275823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gradFill>
              <a:gsLst>
                <a:gs pos="8000">
                  <a:srgbClr val="00C2FF"/>
                </a:gs>
                <a:gs pos="100000">
                  <a:srgbClr val="008BFF">
                    <a:lumMod val="75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44" name="PA-矩形 114"/>
          <p:cNvSpPr/>
          <p:nvPr>
            <p:custDataLst>
              <p:tags r:id="rId11"/>
            </p:custDataLst>
          </p:nvPr>
        </p:nvSpPr>
        <p:spPr>
          <a:xfrm rot="18900000">
            <a:off x="2408555" y="322334"/>
            <a:ext cx="125039" cy="124954"/>
          </a:xfrm>
          <a:prstGeom prst="rect">
            <a:avLst/>
          </a:prstGeom>
          <a:gradFill flip="none" rotWithShape="1">
            <a:gsLst>
              <a:gs pos="0">
                <a:srgbClr val="00C2FF"/>
              </a:gs>
              <a:gs pos="99000">
                <a:srgbClr val="008B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544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cxnSp>
        <p:nvCxnSpPr>
          <p:cNvPr id="45" name="PA-直接连接符 26"/>
          <p:cNvCxnSpPr/>
          <p:nvPr>
            <p:custDataLst>
              <p:tags r:id="rId12"/>
            </p:custDataLst>
          </p:nvPr>
        </p:nvCxnSpPr>
        <p:spPr>
          <a:xfrm>
            <a:off x="4486275" y="229870"/>
            <a:ext cx="0" cy="315595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46" name="图片 45" descr="集创赛1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47" name="PA-文本框 6"/>
          <p:cNvSpPr txBox="1"/>
          <p:nvPr>
            <p:custDataLst>
              <p:tags r:id="rId13"/>
            </p:custDataLst>
          </p:nvPr>
        </p:nvSpPr>
        <p:spPr>
          <a:xfrm>
            <a:off x="4605020" y="149860"/>
            <a:ext cx="1580515" cy="4679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项目介绍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48" name="PA-文本框 10"/>
          <p:cNvSpPr txBox="1"/>
          <p:nvPr>
            <p:custDataLst>
              <p:tags r:id="rId14"/>
            </p:custDataLst>
          </p:nvPr>
        </p:nvSpPr>
        <p:spPr>
          <a:xfrm>
            <a:off x="6254294" y="215379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技术路线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49" name="PA-任意多边形 7"/>
          <p:cNvSpPr/>
          <p:nvPr>
            <p:custDataLst>
              <p:tags r:id="rId15"/>
            </p:custDataLst>
          </p:nvPr>
        </p:nvSpPr>
        <p:spPr>
          <a:xfrm>
            <a:off x="7939657" y="153763"/>
            <a:ext cx="1586586" cy="468036"/>
          </a:xfrm>
          <a:prstGeom prst="roundRect">
            <a:avLst/>
          </a:prstGeom>
          <a:gradFill flip="none" rotWithShape="1">
            <a:gsLst>
              <a:gs pos="10000">
                <a:srgbClr val="008BFF"/>
              </a:gs>
              <a:gs pos="50000">
                <a:srgbClr val="008BFF">
                  <a:lumMod val="75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" dist="38100" dir="5400000" sx="99000" sy="99000" algn="t" rotWithShape="0">
              <a:srgbClr val="008BFF">
                <a:lumMod val="50000"/>
                <a:alpha val="53000"/>
              </a:srgbClr>
            </a:outerShdw>
          </a:effectLst>
        </p:spPr>
        <p:txBody>
          <a:bodyPr rtlCol="0" anchor="ctr"/>
          <a:lstStyle/>
          <a:p>
            <a:pPr algn="ctr" defTabSz="1219200"/>
            <a:endParaRPr lang="zh-CN" altLang="en-US" sz="2400" kern="0" dirty="0">
              <a:solidFill>
                <a:prstClr val="white"/>
              </a:solidFill>
              <a:latin typeface="仓耳玄三M W05" panose="02020400000000000000" charset="-128"/>
            </a:endParaRPr>
          </a:p>
        </p:txBody>
      </p:sp>
      <p:sp>
        <p:nvSpPr>
          <p:cNvPr id="50" name="PA-文本框 10"/>
          <p:cNvSpPr txBox="1"/>
          <p:nvPr>
            <p:custDataLst>
              <p:tags r:id="rId16"/>
            </p:custDataLst>
          </p:nvPr>
        </p:nvSpPr>
        <p:spPr>
          <a:xfrm>
            <a:off x="7923990" y="199821"/>
            <a:ext cx="158658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技术指标</a:t>
            </a:r>
          </a:p>
        </p:txBody>
      </p:sp>
      <p:sp>
        <p:nvSpPr>
          <p:cNvPr id="51" name="任意多边形: 形状 32"/>
          <p:cNvSpPr/>
          <p:nvPr>
            <p:custDataLst>
              <p:tags r:id="rId17"/>
            </p:custDataLst>
          </p:nvPr>
        </p:nvSpPr>
        <p:spPr>
          <a:xfrm flipV="1">
            <a:off x="-3810" y="726128"/>
            <a:ext cx="12192000" cy="55383"/>
          </a:xfrm>
          <a:custGeom>
            <a:avLst/>
            <a:gdLst>
              <a:gd name="connsiteX0" fmla="*/ 0 w 12192000"/>
              <a:gd name="connsiteY0" fmla="*/ 55383 h 55383"/>
              <a:gd name="connsiteX1" fmla="*/ 12192000 w 12192000"/>
              <a:gd name="connsiteY1" fmla="*/ 55383 h 55383"/>
              <a:gd name="connsiteX2" fmla="*/ 12192000 w 12192000"/>
              <a:gd name="connsiteY2" fmla="*/ 0 h 55383"/>
              <a:gd name="connsiteX3" fmla="*/ 0 w 12192000"/>
              <a:gd name="connsiteY3" fmla="*/ 0 h 5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383">
                <a:moveTo>
                  <a:pt x="0" y="55383"/>
                </a:moveTo>
                <a:lnTo>
                  <a:pt x="12192000" y="55383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008BFF">
                  <a:lumMod val="75000"/>
                </a:srgbClr>
              </a:gs>
              <a:gs pos="100000">
                <a:srgbClr val="008BFF">
                  <a:lumMod val="20000"/>
                  <a:lumOff val="80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outerShdw blurRad="279400" dist="203200" dir="3600000" sx="88000" sy="88000" algn="t" rotWithShape="0">
              <a:srgbClr val="00C2FF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81280" y="797560"/>
          <a:ext cx="6131560" cy="4349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9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7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chemeClr val="bg1"/>
                          </a:solidFill>
                        </a:rPr>
                        <a:t>Bayesian对比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</a:rPr>
                        <a:t>贪心迭代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chemeClr val="bg1"/>
                          </a:solidFill>
                        </a:rPr>
                        <a:t>Powell对比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</a:rPr>
                        <a:t>贪心迭代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任务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完工时间</a:t>
                      </a:r>
                      <a:r>
                        <a:rPr lang="en-US" altLang="zh-CN" sz="1800"/>
                        <a:t>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运行时间</a:t>
                      </a:r>
                      <a:r>
                        <a:rPr lang="en-US" altLang="zh-CN" sz="1800"/>
                        <a:t>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完工时间</a:t>
                      </a:r>
                      <a:r>
                        <a:rPr lang="en-US" altLang="zh-CN" sz="1800"/>
                        <a:t>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运行时间</a:t>
                      </a:r>
                      <a:r>
                        <a:rPr lang="en-US" altLang="zh-CN" sz="1800"/>
                        <a:t>(s)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 dirty="0"/>
                        <a:t>a</a:t>
                      </a:r>
                      <a:r>
                        <a:rPr lang="en-US" altLang="en-US" sz="18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0.23%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34.98%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0.02%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83.99%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 dirty="0"/>
                        <a:t>b</a:t>
                      </a:r>
                      <a:r>
                        <a:rPr lang="en-US" altLang="en-US" sz="18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-0.04%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1361.37%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-0.05%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504.03%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/>
                        <a:t>c</a:t>
                      </a:r>
                      <a:r>
                        <a:rPr lang="en-US" altLang="en-US" sz="1800" baseline="-250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-1.64%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1370.98%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3.26%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2522.50%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/>
                        <a:t>d</a:t>
                      </a:r>
                      <a:r>
                        <a:rPr lang="en-US" altLang="en-US" sz="1800" baseline="-250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1.36%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748.75%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2.04%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4219.13%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/>
                        <a:t>a</a:t>
                      </a:r>
                      <a:r>
                        <a:rPr lang="en-US" altLang="en-US" sz="1800" baseline="-25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4.29%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679.59%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2.41%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1838.06%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/>
                        <a:t>b</a:t>
                      </a:r>
                      <a:r>
                        <a:rPr lang="en-US" altLang="en-US" sz="1800" baseline="-25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2.42%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241.78%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1.54%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772.33%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/>
                        <a:t>c</a:t>
                      </a:r>
                      <a:r>
                        <a:rPr lang="en-US" altLang="en-US" sz="1800" baseline="-25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0.73%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488.95%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0.68%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812.03%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/>
                        <a:t>d</a:t>
                      </a:r>
                      <a:r>
                        <a:rPr lang="en-US" altLang="en-US" sz="1800" baseline="-25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3.22%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866.75%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1.47%</a:t>
                      </a: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800" b="0" i="0"/>
                        <a:t>1049.57%</a:t>
                      </a:r>
                    </a:p>
                  </a:txBody>
                  <a:tcPr marL="7937" marR="7937" marT="7937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800"/>
                        <a:t>均值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rgbClr val="FF0000"/>
                          </a:solidFill>
                        </a:rPr>
                        <a:t>1.42%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rgbClr val="FF0000"/>
                          </a:solidFill>
                        </a:rPr>
                        <a:t>359.80%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rgbClr val="FF0000"/>
                          </a:solidFill>
                        </a:rPr>
                        <a:t>1.17%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rgbClr val="FF0000"/>
                          </a:solidFill>
                        </a:rPr>
                        <a:t>901.29%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3" name="PA-文本框 8"/>
          <p:cNvSpPr txBox="1"/>
          <p:nvPr>
            <p:custDataLst>
              <p:tags r:id="rId2"/>
            </p:custDataLst>
          </p:nvPr>
        </p:nvSpPr>
        <p:spPr>
          <a:xfrm>
            <a:off x="2772662" y="230619"/>
            <a:ext cx="1586585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cs typeface="仓耳玄三M W05" panose="02020400000000000000" charset="-128"/>
                <a:sym typeface="汉仪雅酷黑简" panose="00020600040101010101" charset="-122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ea"/>
              <a:cs typeface="Saturday Sans Regular" panose="02010600010101010101" charset="-122"/>
              <a:sym typeface="汉仪雅酷黑简" panose="00020600040101010101" charset="-122"/>
              <a:rtl val="0"/>
            </a:endParaRPr>
          </a:p>
        </p:txBody>
      </p:sp>
      <p:sp>
        <p:nvSpPr>
          <p:cNvPr id="135" name="PA-文本框 15"/>
          <p:cNvSpPr txBox="1"/>
          <p:nvPr>
            <p:custDataLst>
              <p:tags r:id="rId3"/>
            </p:custDataLst>
          </p:nvPr>
        </p:nvSpPr>
        <p:spPr>
          <a:xfrm>
            <a:off x="9593686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创新点</a:t>
            </a:r>
          </a:p>
        </p:txBody>
      </p:sp>
      <p:cxnSp>
        <p:nvCxnSpPr>
          <p:cNvPr id="136" name="PA-直接连接符 26"/>
          <p:cNvCxnSpPr/>
          <p:nvPr>
            <p:custDataLst>
              <p:tags r:id="rId4"/>
            </p:custDataLst>
          </p:nvPr>
        </p:nvCxnSpPr>
        <p:spPr>
          <a:xfrm>
            <a:off x="9552131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38" name="图片 137"/>
          <p:cNvPicPr>
            <a:picLocks noChangeAspect="1"/>
          </p:cNvPicPr>
          <p:nvPr/>
        </p:nvPicPr>
        <p:blipFill>
          <a:blip r:embed="rId19" cstate="print">
            <a:duotone>
              <a:prstClr val="black"/>
              <a:srgbClr val="008B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Photocopy detail="2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23" y="110068"/>
            <a:ext cx="441726" cy="547807"/>
          </a:xfrm>
          <a:prstGeom prst="rect">
            <a:avLst/>
          </a:prstGeom>
        </p:spPr>
      </p:pic>
      <p:cxnSp>
        <p:nvCxnSpPr>
          <p:cNvPr id="140" name="PA-直接连接符 26"/>
          <p:cNvCxnSpPr/>
          <p:nvPr>
            <p:custDataLst>
              <p:tags r:id="rId5"/>
            </p:custDataLst>
          </p:nvPr>
        </p:nvCxnSpPr>
        <p:spPr>
          <a:xfrm>
            <a:off x="7882434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41" name="PA-直接连接符 26"/>
          <p:cNvCxnSpPr/>
          <p:nvPr>
            <p:custDataLst>
              <p:tags r:id="rId6"/>
            </p:custDataLst>
          </p:nvPr>
        </p:nvCxnSpPr>
        <p:spPr>
          <a:xfrm>
            <a:off x="6212738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42" name="PA-任意多边形 121"/>
          <p:cNvSpPr/>
          <p:nvPr>
            <p:custDataLst>
              <p:tags r:id="rId7"/>
            </p:custDataLst>
          </p:nvPr>
        </p:nvSpPr>
        <p:spPr>
          <a:xfrm>
            <a:off x="2502423" y="220980"/>
            <a:ext cx="163942" cy="327660"/>
          </a:xfrm>
          <a:custGeom>
            <a:avLst/>
            <a:gdLst/>
            <a:ahLst/>
            <a:cxnLst/>
            <a:rect l="0" t="0" r="0" b="0"/>
            <a:pathLst>
              <a:path w="275824" h="551647">
                <a:moveTo>
                  <a:pt x="0" y="551646"/>
                </a:moveTo>
                <a:lnTo>
                  <a:pt x="275823" y="275823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gradFill>
              <a:gsLst>
                <a:gs pos="8000">
                  <a:srgbClr val="00C2FF"/>
                </a:gs>
                <a:gs pos="100000">
                  <a:srgbClr val="008BFF">
                    <a:lumMod val="75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143" name="PA-矩形 114"/>
          <p:cNvSpPr/>
          <p:nvPr>
            <p:custDataLst>
              <p:tags r:id="rId8"/>
            </p:custDataLst>
          </p:nvPr>
        </p:nvSpPr>
        <p:spPr>
          <a:xfrm rot="18900000">
            <a:off x="2408555" y="322334"/>
            <a:ext cx="125039" cy="124954"/>
          </a:xfrm>
          <a:prstGeom prst="rect">
            <a:avLst/>
          </a:prstGeom>
          <a:gradFill flip="none" rotWithShape="1">
            <a:gsLst>
              <a:gs pos="0">
                <a:srgbClr val="00C2FF"/>
              </a:gs>
              <a:gs pos="99000">
                <a:srgbClr val="008B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544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cxnSp>
        <p:nvCxnSpPr>
          <p:cNvPr id="144" name="PA-直接连接符 26"/>
          <p:cNvCxnSpPr/>
          <p:nvPr>
            <p:custDataLst>
              <p:tags r:id="rId9"/>
            </p:custDataLst>
          </p:nvPr>
        </p:nvCxnSpPr>
        <p:spPr>
          <a:xfrm>
            <a:off x="4486275" y="229870"/>
            <a:ext cx="0" cy="315595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45" name="图片 144" descr="集创赛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147" name="PA-文本框 6"/>
          <p:cNvSpPr txBox="1"/>
          <p:nvPr>
            <p:custDataLst>
              <p:tags r:id="rId10"/>
            </p:custDataLst>
          </p:nvPr>
        </p:nvSpPr>
        <p:spPr>
          <a:xfrm>
            <a:off x="4605020" y="149860"/>
            <a:ext cx="1580515" cy="4679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项目介绍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139" name="PA-文本框 10"/>
          <p:cNvSpPr txBox="1"/>
          <p:nvPr>
            <p:custDataLst>
              <p:tags r:id="rId11"/>
            </p:custDataLst>
          </p:nvPr>
        </p:nvSpPr>
        <p:spPr>
          <a:xfrm>
            <a:off x="6254294" y="215379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技术路线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46" name="PA-任意多边形 7"/>
          <p:cNvSpPr/>
          <p:nvPr>
            <p:custDataLst>
              <p:tags r:id="rId12"/>
            </p:custDataLst>
          </p:nvPr>
        </p:nvSpPr>
        <p:spPr>
          <a:xfrm>
            <a:off x="7939657" y="153763"/>
            <a:ext cx="1586586" cy="468036"/>
          </a:xfrm>
          <a:prstGeom prst="roundRect">
            <a:avLst/>
          </a:prstGeom>
          <a:gradFill flip="none" rotWithShape="1">
            <a:gsLst>
              <a:gs pos="10000">
                <a:srgbClr val="008BFF"/>
              </a:gs>
              <a:gs pos="50000">
                <a:srgbClr val="008BFF">
                  <a:lumMod val="75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" dist="38100" dir="5400000" sx="99000" sy="99000" algn="t" rotWithShape="0">
              <a:srgbClr val="008BFF">
                <a:lumMod val="50000"/>
                <a:alpha val="53000"/>
              </a:srgbClr>
            </a:outerShdw>
          </a:effectLst>
        </p:spPr>
        <p:txBody>
          <a:bodyPr rtlCol="0" anchor="ctr"/>
          <a:lstStyle/>
          <a:p>
            <a:pPr algn="ctr" defTabSz="1219200"/>
            <a:endParaRPr lang="zh-CN" altLang="en-US" sz="2400" kern="0" dirty="0">
              <a:solidFill>
                <a:prstClr val="white"/>
              </a:solidFill>
              <a:latin typeface="仓耳玄三M W05" panose="02020400000000000000" charset="-128"/>
            </a:endParaRPr>
          </a:p>
        </p:txBody>
      </p:sp>
      <p:sp>
        <p:nvSpPr>
          <p:cNvPr id="134" name="PA-文本框 10"/>
          <p:cNvSpPr txBox="1"/>
          <p:nvPr>
            <p:custDataLst>
              <p:tags r:id="rId13"/>
            </p:custDataLst>
          </p:nvPr>
        </p:nvSpPr>
        <p:spPr>
          <a:xfrm>
            <a:off x="7923990" y="199821"/>
            <a:ext cx="158658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技术指标</a:t>
            </a:r>
          </a:p>
        </p:txBody>
      </p:sp>
      <p:sp>
        <p:nvSpPr>
          <p:cNvPr id="137" name="任意多边形: 形状 32"/>
          <p:cNvSpPr/>
          <p:nvPr>
            <p:custDataLst>
              <p:tags r:id="rId14"/>
            </p:custDataLst>
          </p:nvPr>
        </p:nvSpPr>
        <p:spPr>
          <a:xfrm flipV="1">
            <a:off x="-3810" y="726128"/>
            <a:ext cx="12192000" cy="55383"/>
          </a:xfrm>
          <a:custGeom>
            <a:avLst/>
            <a:gdLst>
              <a:gd name="connsiteX0" fmla="*/ 0 w 12192000"/>
              <a:gd name="connsiteY0" fmla="*/ 55383 h 55383"/>
              <a:gd name="connsiteX1" fmla="*/ 12192000 w 12192000"/>
              <a:gd name="connsiteY1" fmla="*/ 55383 h 55383"/>
              <a:gd name="connsiteX2" fmla="*/ 12192000 w 12192000"/>
              <a:gd name="connsiteY2" fmla="*/ 0 h 55383"/>
              <a:gd name="connsiteX3" fmla="*/ 0 w 12192000"/>
              <a:gd name="connsiteY3" fmla="*/ 0 h 5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383">
                <a:moveTo>
                  <a:pt x="0" y="55383"/>
                </a:moveTo>
                <a:lnTo>
                  <a:pt x="12192000" y="55383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008BFF">
                  <a:lumMod val="75000"/>
                </a:srgbClr>
              </a:gs>
              <a:gs pos="100000">
                <a:srgbClr val="008BFF">
                  <a:lumMod val="20000"/>
                  <a:lumOff val="80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outerShdw blurRad="279400" dist="203200" dir="3600000" sx="88000" sy="88000" algn="t" rotWithShape="0">
              <a:srgbClr val="00C2FF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pic>
        <p:nvPicPr>
          <p:cNvPr id="7" name="图片 6" descr="overtim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08800" y="805180"/>
            <a:ext cx="4794250" cy="2830830"/>
          </a:xfrm>
          <a:prstGeom prst="rect">
            <a:avLst/>
          </a:prstGeom>
        </p:spPr>
      </p:pic>
      <p:pic>
        <p:nvPicPr>
          <p:cNvPr id="10" name="图片 9" descr="程序运行时间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31660" y="3644900"/>
            <a:ext cx="4753610" cy="2663825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>
            <p:custDataLst>
              <p:tags r:id="rId15"/>
            </p:custDataLst>
          </p:nvPr>
        </p:nvGraphicFramePr>
        <p:xfrm>
          <a:off x="244475" y="5238115"/>
          <a:ext cx="58039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贪心迭代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Bayesian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Powell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程序运行时间标准差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</a:rPr>
                        <a:t>8.22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</a:rPr>
                        <a:t>28.62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</a:rPr>
                        <a:t>262.94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圆角矩形 11"/>
          <p:cNvSpPr/>
          <p:nvPr/>
        </p:nvSpPr>
        <p:spPr>
          <a:xfrm>
            <a:off x="5189855" y="6372225"/>
            <a:ext cx="1799590" cy="432000"/>
          </a:xfrm>
          <a:prstGeom prst="roundRect">
            <a:avLst>
              <a:gd name="adj" fmla="val 29868"/>
            </a:avLst>
          </a:prstGeom>
          <a:gradFill>
            <a:gsLst>
              <a:gs pos="10000">
                <a:srgbClr val="008BFF">
                  <a:alpha val="100000"/>
                </a:srgbClr>
              </a:gs>
              <a:gs pos="64000">
                <a:srgbClr val="0068BF">
                  <a:lumMod val="75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-5080" y="6318885"/>
            <a:ext cx="12212320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033395" y="6407150"/>
            <a:ext cx="1172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最终指标</a:t>
            </a:r>
          </a:p>
        </p:txBody>
      </p:sp>
      <p:cxnSp>
        <p:nvCxnSpPr>
          <p:cNvPr id="15" name="PA-直接连接符 26"/>
          <p:cNvCxnSpPr/>
          <p:nvPr>
            <p:custDataLst>
              <p:tags r:id="rId16"/>
            </p:custDataLst>
          </p:nvPr>
        </p:nvCxnSpPr>
        <p:spPr>
          <a:xfrm>
            <a:off x="486600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6" name="PA-直接连接符 26"/>
          <p:cNvCxnSpPr/>
          <p:nvPr>
            <p:custDataLst>
              <p:tags r:id="rId17"/>
            </p:custDataLst>
          </p:nvPr>
        </p:nvCxnSpPr>
        <p:spPr>
          <a:xfrm>
            <a:off x="730313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9" name="文本框 18"/>
          <p:cNvSpPr txBox="1"/>
          <p:nvPr/>
        </p:nvSpPr>
        <p:spPr>
          <a:xfrm>
            <a:off x="5561330" y="6396990"/>
            <a:ext cx="1144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横向对比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925435" y="6412230"/>
            <a:ext cx="12319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鲁棒性检验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1397635" y="6367145"/>
            <a:ext cx="1031240" cy="468630"/>
            <a:chOff x="2337" y="3960"/>
            <a:chExt cx="3044" cy="1440"/>
          </a:xfrm>
        </p:grpSpPr>
        <p:pic>
          <p:nvPicPr>
            <p:cNvPr id="26" name="图片 25" descr="10758982923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3941" y="3960"/>
              <a:ext cx="1440" cy="1440"/>
            </a:xfrm>
            <a:prstGeom prst="rect">
              <a:avLst/>
            </a:prstGeom>
          </p:spPr>
        </p:pic>
        <p:pic>
          <p:nvPicPr>
            <p:cNvPr id="27" name="图片 26" descr="10757629902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2337" y="3960"/>
              <a:ext cx="1983" cy="1440"/>
            </a:xfrm>
            <a:prstGeom prst="rect">
              <a:avLst/>
            </a:prstGeom>
          </p:spPr>
        </p:pic>
      </p:grpSp>
      <p:pic>
        <p:nvPicPr>
          <p:cNvPr id="30" name="图片 29" descr="机械臂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47040" y="6355080"/>
            <a:ext cx="502920" cy="50292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 flipH="1" flipV="1">
            <a:off x="9439275" y="6355080"/>
            <a:ext cx="1031240" cy="468630"/>
            <a:chOff x="2337" y="3960"/>
            <a:chExt cx="3044" cy="1440"/>
          </a:xfrm>
        </p:grpSpPr>
        <p:pic>
          <p:nvPicPr>
            <p:cNvPr id="32" name="图片 31" descr="10758982923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941" y="3960"/>
              <a:ext cx="1440" cy="1440"/>
            </a:xfrm>
            <a:prstGeom prst="rect">
              <a:avLst/>
            </a:prstGeom>
          </p:spPr>
        </p:pic>
        <p:pic>
          <p:nvPicPr>
            <p:cNvPr id="33" name="图片 32" descr="10757629902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337" y="3960"/>
              <a:ext cx="1983" cy="1440"/>
            </a:xfrm>
            <a:prstGeom prst="rect">
              <a:avLst/>
            </a:prstGeom>
          </p:spPr>
        </p:pic>
      </p:grpSp>
      <p:pic>
        <p:nvPicPr>
          <p:cNvPr id="17" name="图片 16" descr="图形处理器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911840" y="6304915"/>
            <a:ext cx="553085" cy="5530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A-文本框 8"/>
          <p:cNvSpPr txBox="1"/>
          <p:nvPr>
            <p:custDataLst>
              <p:tags r:id="rId1"/>
            </p:custDataLst>
          </p:nvPr>
        </p:nvSpPr>
        <p:spPr>
          <a:xfrm>
            <a:off x="2772662" y="230619"/>
            <a:ext cx="1586585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cs typeface="仓耳玄三M W05" panose="02020400000000000000" charset="-128"/>
                <a:sym typeface="汉仪雅酷黑简" panose="00020600040101010101" charset="-122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ea"/>
              <a:cs typeface="Saturday Sans Regular" panose="02010600010101010101" charset="-122"/>
              <a:sym typeface="汉仪雅酷黑简" panose="00020600040101010101" charset="-122"/>
              <a:rtl val="0"/>
            </a:endParaRPr>
          </a:p>
        </p:txBody>
      </p:sp>
      <p:sp>
        <p:nvSpPr>
          <p:cNvPr id="135" name="PA-文本框 15"/>
          <p:cNvSpPr txBox="1"/>
          <p:nvPr>
            <p:custDataLst>
              <p:tags r:id="rId2"/>
            </p:custDataLst>
          </p:nvPr>
        </p:nvSpPr>
        <p:spPr>
          <a:xfrm>
            <a:off x="9593686" y="215378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创新点</a:t>
            </a:r>
          </a:p>
        </p:txBody>
      </p:sp>
      <p:cxnSp>
        <p:nvCxnSpPr>
          <p:cNvPr id="136" name="PA-直接连接符 26"/>
          <p:cNvCxnSpPr/>
          <p:nvPr>
            <p:custDataLst>
              <p:tags r:id="rId3"/>
            </p:custDataLst>
          </p:nvPr>
        </p:nvCxnSpPr>
        <p:spPr>
          <a:xfrm>
            <a:off x="9552131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38" name="图片 137"/>
          <p:cNvPicPr>
            <a:picLocks noChangeAspect="1"/>
          </p:cNvPicPr>
          <p:nvPr/>
        </p:nvPicPr>
        <p:blipFill>
          <a:blip r:embed="rId19" cstate="print">
            <a:duotone>
              <a:prstClr val="black"/>
              <a:srgbClr val="008B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Photocopy detail="2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23" y="110068"/>
            <a:ext cx="441726" cy="547807"/>
          </a:xfrm>
          <a:prstGeom prst="rect">
            <a:avLst/>
          </a:prstGeom>
        </p:spPr>
      </p:pic>
      <p:cxnSp>
        <p:nvCxnSpPr>
          <p:cNvPr id="140" name="PA-直接连接符 26"/>
          <p:cNvCxnSpPr/>
          <p:nvPr>
            <p:custDataLst>
              <p:tags r:id="rId4"/>
            </p:custDataLst>
          </p:nvPr>
        </p:nvCxnSpPr>
        <p:spPr>
          <a:xfrm>
            <a:off x="7882434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41" name="PA-直接连接符 26"/>
          <p:cNvCxnSpPr/>
          <p:nvPr>
            <p:custDataLst>
              <p:tags r:id="rId5"/>
            </p:custDataLst>
          </p:nvPr>
        </p:nvCxnSpPr>
        <p:spPr>
          <a:xfrm>
            <a:off x="6212738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42" name="PA-任意多边形 121"/>
          <p:cNvSpPr/>
          <p:nvPr>
            <p:custDataLst>
              <p:tags r:id="rId6"/>
            </p:custDataLst>
          </p:nvPr>
        </p:nvSpPr>
        <p:spPr>
          <a:xfrm>
            <a:off x="2502423" y="220980"/>
            <a:ext cx="163942" cy="327660"/>
          </a:xfrm>
          <a:custGeom>
            <a:avLst/>
            <a:gdLst/>
            <a:ahLst/>
            <a:cxnLst/>
            <a:rect l="0" t="0" r="0" b="0"/>
            <a:pathLst>
              <a:path w="275824" h="551647">
                <a:moveTo>
                  <a:pt x="0" y="551646"/>
                </a:moveTo>
                <a:lnTo>
                  <a:pt x="275823" y="275823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gradFill>
              <a:gsLst>
                <a:gs pos="8000">
                  <a:srgbClr val="00C2FF"/>
                </a:gs>
                <a:gs pos="100000">
                  <a:srgbClr val="008BFF">
                    <a:lumMod val="75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143" name="PA-矩形 114"/>
          <p:cNvSpPr/>
          <p:nvPr>
            <p:custDataLst>
              <p:tags r:id="rId7"/>
            </p:custDataLst>
          </p:nvPr>
        </p:nvSpPr>
        <p:spPr>
          <a:xfrm rot="18900000">
            <a:off x="2408555" y="322334"/>
            <a:ext cx="125039" cy="124954"/>
          </a:xfrm>
          <a:prstGeom prst="rect">
            <a:avLst/>
          </a:prstGeom>
          <a:gradFill flip="none" rotWithShape="1">
            <a:gsLst>
              <a:gs pos="0">
                <a:srgbClr val="00C2FF"/>
              </a:gs>
              <a:gs pos="99000">
                <a:srgbClr val="008B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544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cxnSp>
        <p:nvCxnSpPr>
          <p:cNvPr id="144" name="PA-直接连接符 26"/>
          <p:cNvCxnSpPr/>
          <p:nvPr>
            <p:custDataLst>
              <p:tags r:id="rId8"/>
            </p:custDataLst>
          </p:nvPr>
        </p:nvCxnSpPr>
        <p:spPr>
          <a:xfrm>
            <a:off x="4486275" y="229870"/>
            <a:ext cx="0" cy="315595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45" name="图片 144" descr="集创赛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147" name="PA-文本框 6"/>
          <p:cNvSpPr txBox="1"/>
          <p:nvPr>
            <p:custDataLst>
              <p:tags r:id="rId9"/>
            </p:custDataLst>
          </p:nvPr>
        </p:nvSpPr>
        <p:spPr>
          <a:xfrm>
            <a:off x="4605020" y="149860"/>
            <a:ext cx="1580515" cy="4679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项目介绍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139" name="PA-文本框 10"/>
          <p:cNvSpPr txBox="1"/>
          <p:nvPr>
            <p:custDataLst>
              <p:tags r:id="rId10"/>
            </p:custDataLst>
          </p:nvPr>
        </p:nvSpPr>
        <p:spPr>
          <a:xfrm>
            <a:off x="6254294" y="215379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技术路线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46" name="PA-任意多边形 7"/>
          <p:cNvSpPr/>
          <p:nvPr>
            <p:custDataLst>
              <p:tags r:id="rId11"/>
            </p:custDataLst>
          </p:nvPr>
        </p:nvSpPr>
        <p:spPr>
          <a:xfrm>
            <a:off x="7939657" y="153763"/>
            <a:ext cx="1586586" cy="468036"/>
          </a:xfrm>
          <a:prstGeom prst="roundRect">
            <a:avLst/>
          </a:prstGeom>
          <a:gradFill flip="none" rotWithShape="1">
            <a:gsLst>
              <a:gs pos="10000">
                <a:srgbClr val="008BFF"/>
              </a:gs>
              <a:gs pos="50000">
                <a:srgbClr val="008BFF">
                  <a:lumMod val="75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" dist="38100" dir="5400000" sx="99000" sy="99000" algn="t" rotWithShape="0">
              <a:srgbClr val="008BFF">
                <a:lumMod val="50000"/>
                <a:alpha val="53000"/>
              </a:srgbClr>
            </a:outerShdw>
          </a:effectLst>
        </p:spPr>
        <p:txBody>
          <a:bodyPr rtlCol="0" anchor="ctr"/>
          <a:lstStyle/>
          <a:p>
            <a:pPr algn="ctr" defTabSz="1219200"/>
            <a:endParaRPr lang="zh-CN" altLang="en-US" sz="2400" kern="0" dirty="0">
              <a:solidFill>
                <a:prstClr val="white"/>
              </a:solidFill>
              <a:latin typeface="仓耳玄三M W05" panose="02020400000000000000" charset="-128"/>
            </a:endParaRPr>
          </a:p>
        </p:txBody>
      </p:sp>
      <p:sp>
        <p:nvSpPr>
          <p:cNvPr id="134" name="PA-文本框 10"/>
          <p:cNvSpPr txBox="1"/>
          <p:nvPr>
            <p:custDataLst>
              <p:tags r:id="rId12"/>
            </p:custDataLst>
          </p:nvPr>
        </p:nvSpPr>
        <p:spPr>
          <a:xfrm>
            <a:off x="7923990" y="199821"/>
            <a:ext cx="158658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技术指标</a:t>
            </a:r>
          </a:p>
        </p:txBody>
      </p:sp>
      <p:sp>
        <p:nvSpPr>
          <p:cNvPr id="137" name="任意多边形: 形状 32"/>
          <p:cNvSpPr/>
          <p:nvPr>
            <p:custDataLst>
              <p:tags r:id="rId13"/>
            </p:custDataLst>
          </p:nvPr>
        </p:nvSpPr>
        <p:spPr>
          <a:xfrm flipV="1">
            <a:off x="-3810" y="726128"/>
            <a:ext cx="12192000" cy="55383"/>
          </a:xfrm>
          <a:custGeom>
            <a:avLst/>
            <a:gdLst>
              <a:gd name="connsiteX0" fmla="*/ 0 w 12192000"/>
              <a:gd name="connsiteY0" fmla="*/ 55383 h 55383"/>
              <a:gd name="connsiteX1" fmla="*/ 12192000 w 12192000"/>
              <a:gd name="connsiteY1" fmla="*/ 55383 h 55383"/>
              <a:gd name="connsiteX2" fmla="*/ 12192000 w 12192000"/>
              <a:gd name="connsiteY2" fmla="*/ 0 h 55383"/>
              <a:gd name="connsiteX3" fmla="*/ 0 w 12192000"/>
              <a:gd name="connsiteY3" fmla="*/ 0 h 5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383">
                <a:moveTo>
                  <a:pt x="0" y="55383"/>
                </a:moveTo>
                <a:lnTo>
                  <a:pt x="12192000" y="55383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008BFF">
                  <a:lumMod val="75000"/>
                </a:srgbClr>
              </a:gs>
              <a:gs pos="100000">
                <a:srgbClr val="008BFF">
                  <a:lumMod val="20000"/>
                  <a:lumOff val="80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outerShdw blurRad="279400" dist="203200" dir="3600000" sx="88000" sy="88000" algn="t" rotWithShape="0">
              <a:srgbClr val="00C2FF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557770" y="6362700"/>
            <a:ext cx="1799590" cy="432000"/>
          </a:xfrm>
          <a:prstGeom prst="roundRect">
            <a:avLst>
              <a:gd name="adj" fmla="val 29868"/>
            </a:avLst>
          </a:prstGeom>
          <a:gradFill>
            <a:gsLst>
              <a:gs pos="10000">
                <a:srgbClr val="008BFF">
                  <a:alpha val="100000"/>
                </a:srgbClr>
              </a:gs>
              <a:gs pos="64000">
                <a:srgbClr val="0068BF">
                  <a:lumMod val="75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-5080" y="6318885"/>
            <a:ext cx="12212320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033395" y="6407150"/>
            <a:ext cx="1172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最终指标</a:t>
            </a:r>
          </a:p>
        </p:txBody>
      </p:sp>
      <p:cxnSp>
        <p:nvCxnSpPr>
          <p:cNvPr id="15" name="PA-直接连接符 26"/>
          <p:cNvCxnSpPr/>
          <p:nvPr>
            <p:custDataLst>
              <p:tags r:id="rId14"/>
            </p:custDataLst>
          </p:nvPr>
        </p:nvCxnSpPr>
        <p:spPr>
          <a:xfrm>
            <a:off x="486600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6" name="PA-直接连接符 26"/>
          <p:cNvCxnSpPr/>
          <p:nvPr>
            <p:custDataLst>
              <p:tags r:id="rId15"/>
            </p:custDataLst>
          </p:nvPr>
        </p:nvCxnSpPr>
        <p:spPr>
          <a:xfrm>
            <a:off x="7303135" y="6433820"/>
            <a:ext cx="0" cy="315595"/>
          </a:xfrm>
          <a:prstGeom prst="line">
            <a:avLst/>
          </a:prstGeom>
          <a:noFill/>
          <a:ln w="28575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9" name="文本框 18"/>
          <p:cNvSpPr txBox="1"/>
          <p:nvPr/>
        </p:nvSpPr>
        <p:spPr>
          <a:xfrm>
            <a:off x="5580380" y="6416040"/>
            <a:ext cx="1144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3B68BF"/>
                </a:solidFill>
              </a:rPr>
              <a:t>横向对比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887335" y="6402705"/>
            <a:ext cx="12319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鲁棒性检验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1397635" y="6367145"/>
            <a:ext cx="1031240" cy="468630"/>
            <a:chOff x="2337" y="3960"/>
            <a:chExt cx="3044" cy="1440"/>
          </a:xfrm>
        </p:grpSpPr>
        <p:pic>
          <p:nvPicPr>
            <p:cNvPr id="26" name="图片 25" descr="10758982923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3941" y="3960"/>
              <a:ext cx="1440" cy="1440"/>
            </a:xfrm>
            <a:prstGeom prst="rect">
              <a:avLst/>
            </a:prstGeom>
          </p:spPr>
        </p:pic>
        <p:pic>
          <p:nvPicPr>
            <p:cNvPr id="27" name="图片 26" descr="10757629902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337" y="3960"/>
              <a:ext cx="1983" cy="1440"/>
            </a:xfrm>
            <a:prstGeom prst="rect">
              <a:avLst/>
            </a:prstGeom>
          </p:spPr>
        </p:pic>
      </p:grpSp>
      <p:pic>
        <p:nvPicPr>
          <p:cNvPr id="30" name="图片 29" descr="机械臂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47040" y="6355080"/>
            <a:ext cx="502920" cy="50292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 flipH="1" flipV="1">
            <a:off x="9439275" y="6355080"/>
            <a:ext cx="1031240" cy="468630"/>
            <a:chOff x="2337" y="3960"/>
            <a:chExt cx="3044" cy="1440"/>
          </a:xfrm>
        </p:grpSpPr>
        <p:pic>
          <p:nvPicPr>
            <p:cNvPr id="32" name="图片 31" descr="10758982923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3941" y="3960"/>
              <a:ext cx="1440" cy="1440"/>
            </a:xfrm>
            <a:prstGeom prst="rect">
              <a:avLst/>
            </a:prstGeom>
          </p:spPr>
        </p:pic>
        <p:pic>
          <p:nvPicPr>
            <p:cNvPr id="33" name="图片 32" descr="10757629902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2337" y="3960"/>
              <a:ext cx="1983" cy="1440"/>
            </a:xfrm>
            <a:prstGeom prst="rect">
              <a:avLst/>
            </a:prstGeom>
          </p:spPr>
        </p:pic>
      </p:grpSp>
      <p:pic>
        <p:nvPicPr>
          <p:cNvPr id="17" name="图片 16" descr="图形处理器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911840" y="6304915"/>
            <a:ext cx="553085" cy="553085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303530" y="939800"/>
          <a:ext cx="5410200" cy="0"/>
        </p:xfrm>
        <a:graphic>
          <a:graphicData uri="http://schemas.openxmlformats.org/drawingml/2006/table">
            <a:tbl>
              <a:tblPr firstRow="1" bandRow="1">
                <a:tableStyleId>{2A1AE3A3-C5C9-4FBB-9C89-2427CB3F3369}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模块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操作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参数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AL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校准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6s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LLA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大气转真空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10s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真空转大气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15s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TM1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取晶圆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3s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放晶圆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3s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移动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1s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/>
                        <a:t>……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PM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空闲阈值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120s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加工晶圆数量上限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15</a:t>
                      </a:r>
                      <a:r>
                        <a:rPr lang="zh-CN" sz="1100"/>
                        <a:t>个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空闲清洗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20s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工艺路径切换清洗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120s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加工晶圆上限清洗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150s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16"/>
            </p:custDataLst>
          </p:nvPr>
        </p:nvGraphicFramePr>
        <p:xfrm>
          <a:off x="303530" y="3628390"/>
          <a:ext cx="5432425" cy="2541270"/>
        </p:xfrm>
        <a:graphic>
          <a:graphicData uri="http://schemas.openxmlformats.org/drawingml/2006/table">
            <a:tbl>
              <a:tblPr firstRow="1" bandRow="1">
                <a:tableStyleId>{D856E3AB-D6A9-4A72-BF98-4B26A3FD7955}</a:tableStyleId>
              </a:tblPr>
              <a:tblGrid>
                <a:gridCol w="47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4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路径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工艺路径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eaLnBrk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LLA/LLB-LLC-PM3[75]-PM5[60]-LLD[70]-PM1[80]-LLD[70]-LLA/LLB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b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eaLnBrk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LLA/LLB-LLC-PM4[60]-PM6[75]-LLD[70]-PM2[80]-LLD[70]-LLA/LLB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c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eaLnBrk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LLA/LLB-PM7/PM8[85]-LLC-PM1/PM2[85]-LLD[70]-PM7/PM8/PM9/PM10[75]-LLA/LLB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eaLnBrk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LLA/LLB-PM7[85]-LLC-PM4/PM5[70]-LLD[45]-PM10[60]-LLA/LLB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eaLnBrk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LLA/LLB-PM8[85]-PM9[70]-LLC-PM1/PM2[80]-LLD[45]-LLA/LLB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f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eaLnBrk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LLA-(PM7[70]-PM9[70]-LLC-PM1/PM2[70]-LLD[45]-LLB)*2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eaLnBrk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LLA/LLB-PM7/PM8[300]-LLC-PM3/PM4[100]-LLD[75]-PM1[70]-LLD[45]-LLA/LLB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eaLnBrk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LLA/LLB-PM9/PM10[300]-LLC-PM3/PM4[100]-LLD[75]-PM2[70]-LLD[45]-LLA/LLB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i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eaLnBrk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LLA/LLB-PM7[80]-PM8[70]-LLC-PM2/PM3/PM4/PM5[100]-LLD[60]-PM9/PM10[70]-LLA/LLB[40]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j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LLA/LLB-PM7[70]-PM8[70]-PM9[70]-PM10[70]-LLC-PM1/PM2[100]-LLD[70]-PM3/PM4[100]-LLD[70]-PM5/PM6[100]-LLD[70]-LLA/LLB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6291580" y="955358"/>
          <a:ext cx="5411470" cy="0"/>
        </p:xfrm>
        <a:graphic>
          <a:graphicData uri="http://schemas.openxmlformats.org/drawingml/2006/table">
            <a:tbl>
              <a:tblPr firstRow="1" bandRow="1">
                <a:tableStyleId>{C7E63CD6-A801-49E2-9E87-8BEA0DC77F4D}</a:tableStyleId>
              </a:tblPr>
              <a:tblGrid>
                <a:gridCol w="108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任务编号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晶圆盒编号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晶圆编号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工艺路径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任务模式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a3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1-25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a</a:t>
                      </a: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可并发出片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1-25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b</a:t>
                      </a: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1-25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c</a:t>
                      </a: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b3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1-25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d</a:t>
                      </a: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可并发出片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1-25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e</a:t>
                      </a: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1-25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f</a:t>
                      </a: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c3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1-25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g</a:t>
                      </a: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可并发出片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1-25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h</a:t>
                      </a: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1-25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i</a:t>
                      </a: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d3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1-25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j</a:t>
                      </a: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可并发出片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1-25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j</a:t>
                      </a: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1-25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5725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j</a:t>
                      </a: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17"/>
            </p:custDataLst>
          </p:nvPr>
        </p:nvGraphicFramePr>
        <p:xfrm>
          <a:off x="5923280" y="3977640"/>
          <a:ext cx="6148705" cy="2146300"/>
        </p:xfrm>
        <a:graphic>
          <a:graphicData uri="http://schemas.openxmlformats.org/drawingml/2006/table">
            <a:tbl>
              <a:tblPr firstRow="1" bandRow="1">
                <a:tableStyleId>{9F274546-462F-41A0-A9F5-FFD48493F42F}</a:tableStyleId>
              </a:tblPr>
              <a:tblGrid>
                <a:gridCol w="12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2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任务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完工时间</a:t>
                      </a:r>
                      <a:r>
                        <a:rPr lang="en-US" altLang="zh-CN" sz="1400"/>
                        <a:t>(s)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最大滞留时间</a:t>
                      </a:r>
                      <a:r>
                        <a:rPr lang="en-US" altLang="zh-CN" sz="1400"/>
                        <a:t>(s)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程序运行时间</a:t>
                      </a:r>
                      <a:r>
                        <a:rPr lang="en-US" altLang="zh-CN" sz="1400"/>
                        <a:t>(s)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a3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20717.5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5.51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b3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13242.5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3.89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c3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16765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5.96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d3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42089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13.19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A-任意多边形 7"/>
          <p:cNvSpPr/>
          <p:nvPr>
            <p:custDataLst>
              <p:tags r:id="rId1"/>
            </p:custDataLst>
          </p:nvPr>
        </p:nvSpPr>
        <p:spPr>
          <a:xfrm>
            <a:off x="9587482" y="146143"/>
            <a:ext cx="1586586" cy="468036"/>
          </a:xfrm>
          <a:prstGeom prst="roundRect">
            <a:avLst/>
          </a:prstGeom>
          <a:gradFill flip="none" rotWithShape="1">
            <a:gsLst>
              <a:gs pos="10000">
                <a:srgbClr val="008BFF"/>
              </a:gs>
              <a:gs pos="50000">
                <a:srgbClr val="008BFF">
                  <a:lumMod val="75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" dist="38100" dir="5400000" sx="99000" sy="99000" algn="t" rotWithShape="0">
              <a:srgbClr val="008BFF">
                <a:lumMod val="50000"/>
                <a:alpha val="53000"/>
              </a:srgbClr>
            </a:outerShdw>
          </a:effectLst>
        </p:spPr>
        <p:txBody>
          <a:bodyPr rtlCol="0" anchor="ctr"/>
          <a:lstStyle/>
          <a:p>
            <a:pPr algn="ctr" defTabSz="1219200"/>
            <a:endParaRPr lang="zh-CN" altLang="en-US" sz="2400" kern="0" dirty="0">
              <a:solidFill>
                <a:prstClr val="white"/>
              </a:solidFill>
              <a:latin typeface="仓耳玄三M W05" panose="02020400000000000000" charset="-128"/>
            </a:endParaRPr>
          </a:p>
        </p:txBody>
      </p:sp>
      <p:sp>
        <p:nvSpPr>
          <p:cNvPr id="133" name="PA-文本框 8"/>
          <p:cNvSpPr txBox="1"/>
          <p:nvPr>
            <p:custDataLst>
              <p:tags r:id="rId2"/>
            </p:custDataLst>
          </p:nvPr>
        </p:nvSpPr>
        <p:spPr>
          <a:xfrm>
            <a:off x="2772662" y="230619"/>
            <a:ext cx="1586585" cy="337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cs typeface="仓耳玄三M W05" panose="02020400000000000000" charset="-128"/>
                <a:sym typeface="汉仪雅酷黑简" panose="00020600040101010101" charset="-122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ea"/>
              <a:cs typeface="Saturday Sans Regular" panose="02010600010101010101" charset="-122"/>
              <a:sym typeface="汉仪雅酷黑简" panose="00020600040101010101" charset="-122"/>
              <a:rtl val="0"/>
            </a:endParaRPr>
          </a:p>
        </p:txBody>
      </p:sp>
      <p:sp>
        <p:nvSpPr>
          <p:cNvPr id="135" name="PA-文本框 15"/>
          <p:cNvSpPr txBox="1"/>
          <p:nvPr>
            <p:custDataLst>
              <p:tags r:id="rId3"/>
            </p:custDataLst>
          </p:nvPr>
        </p:nvSpPr>
        <p:spPr>
          <a:xfrm>
            <a:off x="9593686" y="199821"/>
            <a:ext cx="158658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创新点</a:t>
            </a:r>
          </a:p>
        </p:txBody>
      </p:sp>
      <p:cxnSp>
        <p:nvCxnSpPr>
          <p:cNvPr id="136" name="PA-直接连接符 26"/>
          <p:cNvCxnSpPr/>
          <p:nvPr>
            <p:custDataLst>
              <p:tags r:id="rId4"/>
            </p:custDataLst>
          </p:nvPr>
        </p:nvCxnSpPr>
        <p:spPr>
          <a:xfrm>
            <a:off x="9552131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38" name="图片 137"/>
          <p:cNvPicPr>
            <a:picLocks noChangeAspect="1"/>
          </p:cNvPicPr>
          <p:nvPr/>
        </p:nvPicPr>
        <p:blipFill>
          <a:blip r:embed="rId36" cstate="print">
            <a:duotone>
              <a:prstClr val="black"/>
              <a:srgbClr val="008B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artisticPhotocopy detail="2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23" y="110068"/>
            <a:ext cx="441726" cy="547807"/>
          </a:xfrm>
          <a:prstGeom prst="rect">
            <a:avLst/>
          </a:prstGeom>
        </p:spPr>
      </p:pic>
      <p:cxnSp>
        <p:nvCxnSpPr>
          <p:cNvPr id="140" name="PA-直接连接符 26"/>
          <p:cNvCxnSpPr/>
          <p:nvPr>
            <p:custDataLst>
              <p:tags r:id="rId5"/>
            </p:custDataLst>
          </p:nvPr>
        </p:nvCxnSpPr>
        <p:spPr>
          <a:xfrm>
            <a:off x="7882434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41" name="PA-直接连接符 26"/>
          <p:cNvCxnSpPr/>
          <p:nvPr>
            <p:custDataLst>
              <p:tags r:id="rId6"/>
            </p:custDataLst>
          </p:nvPr>
        </p:nvCxnSpPr>
        <p:spPr>
          <a:xfrm>
            <a:off x="6212738" y="226321"/>
            <a:ext cx="0" cy="315301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42" name="PA-任意多边形 121"/>
          <p:cNvSpPr/>
          <p:nvPr>
            <p:custDataLst>
              <p:tags r:id="rId7"/>
            </p:custDataLst>
          </p:nvPr>
        </p:nvSpPr>
        <p:spPr>
          <a:xfrm>
            <a:off x="2502423" y="220980"/>
            <a:ext cx="163942" cy="327660"/>
          </a:xfrm>
          <a:custGeom>
            <a:avLst/>
            <a:gdLst/>
            <a:ahLst/>
            <a:cxnLst/>
            <a:rect l="0" t="0" r="0" b="0"/>
            <a:pathLst>
              <a:path w="275824" h="551647">
                <a:moveTo>
                  <a:pt x="0" y="551646"/>
                </a:moveTo>
                <a:lnTo>
                  <a:pt x="275823" y="275823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gradFill>
              <a:gsLst>
                <a:gs pos="8000">
                  <a:srgbClr val="00C2FF"/>
                </a:gs>
                <a:gs pos="100000">
                  <a:srgbClr val="008BFF">
                    <a:lumMod val="75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143" name="PA-矩形 114"/>
          <p:cNvSpPr/>
          <p:nvPr>
            <p:custDataLst>
              <p:tags r:id="rId8"/>
            </p:custDataLst>
          </p:nvPr>
        </p:nvSpPr>
        <p:spPr>
          <a:xfrm rot="18900000">
            <a:off x="2408555" y="322334"/>
            <a:ext cx="125039" cy="124954"/>
          </a:xfrm>
          <a:prstGeom prst="rect">
            <a:avLst/>
          </a:prstGeom>
          <a:gradFill flip="none" rotWithShape="1">
            <a:gsLst>
              <a:gs pos="0">
                <a:srgbClr val="00C2FF"/>
              </a:gs>
              <a:gs pos="99000">
                <a:srgbClr val="008B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544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cxnSp>
        <p:nvCxnSpPr>
          <p:cNvPr id="144" name="PA-直接连接符 26"/>
          <p:cNvCxnSpPr/>
          <p:nvPr>
            <p:custDataLst>
              <p:tags r:id="rId9"/>
            </p:custDataLst>
          </p:nvPr>
        </p:nvCxnSpPr>
        <p:spPr>
          <a:xfrm>
            <a:off x="4486275" y="229870"/>
            <a:ext cx="0" cy="315595"/>
          </a:xfrm>
          <a:prstGeom prst="line">
            <a:avLst/>
          </a:prstGeom>
          <a:noFill/>
          <a:ln w="12700" cap="flat" cmpd="sng" algn="ctr">
            <a:gradFill>
              <a:gsLst>
                <a:gs pos="11000">
                  <a:srgbClr val="008BFF"/>
                </a:gs>
                <a:gs pos="87000">
                  <a:srgbClr val="00C2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145" name="图片 144" descr="集创赛1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1435" y="-268418"/>
            <a:ext cx="2016000" cy="1260000"/>
          </a:xfrm>
          <a:prstGeom prst="rect">
            <a:avLst/>
          </a:prstGeom>
        </p:spPr>
      </p:pic>
      <p:sp>
        <p:nvSpPr>
          <p:cNvPr id="147" name="PA-文本框 6"/>
          <p:cNvSpPr txBox="1"/>
          <p:nvPr>
            <p:custDataLst>
              <p:tags r:id="rId10"/>
            </p:custDataLst>
          </p:nvPr>
        </p:nvSpPr>
        <p:spPr>
          <a:xfrm>
            <a:off x="4605020" y="149860"/>
            <a:ext cx="1580515" cy="4679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项目介绍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139" name="PA-文本框 10"/>
          <p:cNvSpPr txBox="1"/>
          <p:nvPr>
            <p:custDataLst>
              <p:tags r:id="rId11"/>
            </p:custDataLst>
          </p:nvPr>
        </p:nvSpPr>
        <p:spPr>
          <a:xfrm>
            <a:off x="6254294" y="215379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技术路线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仓耳玄三M W05" panose="02020400000000000000" charset="-128"/>
              <a:sym typeface="汉仪雅酷黑简" panose="00020600040101010101" charset="-122"/>
            </a:endParaRPr>
          </a:p>
        </p:txBody>
      </p:sp>
      <p:sp>
        <p:nvSpPr>
          <p:cNvPr id="134" name="PA-文本框 10"/>
          <p:cNvSpPr txBox="1"/>
          <p:nvPr>
            <p:custDataLst>
              <p:tags r:id="rId12"/>
            </p:custDataLst>
          </p:nvPr>
        </p:nvSpPr>
        <p:spPr>
          <a:xfrm>
            <a:off x="7923990" y="215379"/>
            <a:ext cx="158658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 marR="0" lvl="0" indent="0" defTabSz="12185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b="0" i="0" u="none" strike="noStrike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425FC8"/>
                    </a:gs>
                    <a:gs pos="100000">
                      <a:srgbClr val="425FC8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ctr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B68BF"/>
                </a:solidFill>
                <a:effectLst/>
                <a:uLnTx/>
                <a:uFillTx/>
                <a:latin typeface="+mn-ea"/>
                <a:ea typeface="+mn-ea"/>
                <a:cs typeface="仓耳玄三M W05" panose="02020400000000000000" charset="-128"/>
                <a:sym typeface="汉仪雅酷黑简" panose="00020600040101010101" charset="-122"/>
              </a:rPr>
              <a:t>技术指标</a:t>
            </a:r>
          </a:p>
        </p:txBody>
      </p:sp>
      <p:sp>
        <p:nvSpPr>
          <p:cNvPr id="137" name="任意多边形: 形状 32"/>
          <p:cNvSpPr/>
          <p:nvPr>
            <p:custDataLst>
              <p:tags r:id="rId13"/>
            </p:custDataLst>
          </p:nvPr>
        </p:nvSpPr>
        <p:spPr>
          <a:xfrm flipV="1">
            <a:off x="-3810" y="726128"/>
            <a:ext cx="12192000" cy="55383"/>
          </a:xfrm>
          <a:custGeom>
            <a:avLst/>
            <a:gdLst>
              <a:gd name="connsiteX0" fmla="*/ 0 w 12192000"/>
              <a:gd name="connsiteY0" fmla="*/ 55383 h 55383"/>
              <a:gd name="connsiteX1" fmla="*/ 12192000 w 12192000"/>
              <a:gd name="connsiteY1" fmla="*/ 55383 h 55383"/>
              <a:gd name="connsiteX2" fmla="*/ 12192000 w 12192000"/>
              <a:gd name="connsiteY2" fmla="*/ 0 h 55383"/>
              <a:gd name="connsiteX3" fmla="*/ 0 w 12192000"/>
              <a:gd name="connsiteY3" fmla="*/ 0 h 5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383">
                <a:moveTo>
                  <a:pt x="0" y="55383"/>
                </a:moveTo>
                <a:lnTo>
                  <a:pt x="12192000" y="55383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008BFF">
                  <a:lumMod val="75000"/>
                </a:srgbClr>
              </a:gs>
              <a:gs pos="100000">
                <a:srgbClr val="008BFF">
                  <a:lumMod val="20000"/>
                  <a:lumOff val="80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outerShdw blurRad="279400" dist="203200" dir="3600000" sx="88000" sy="88000" algn="t" rotWithShape="0">
              <a:srgbClr val="00C2FF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仓耳玄三M W05" panose="02020400000000000000" charset="-128"/>
              <a:ea typeface="仓耳玄三M W05" panose="02020400000000000000" charset="-128"/>
              <a:cs typeface="+mn-ea"/>
            </a:endParaRPr>
          </a:p>
        </p:txBody>
      </p:sp>
      <p:sp>
        <p:nvSpPr>
          <p:cNvPr id="8" name="任意多边形 7"/>
          <p:cNvSpPr/>
          <p:nvPr>
            <p:custDataLst>
              <p:tags r:id="rId14"/>
            </p:custDataLst>
          </p:nvPr>
        </p:nvSpPr>
        <p:spPr>
          <a:xfrm>
            <a:off x="3634656" y="5690439"/>
            <a:ext cx="5135903" cy="883051"/>
          </a:xfrm>
          <a:custGeom>
            <a:avLst/>
            <a:gdLst>
              <a:gd name="connsiteX0" fmla="*/ 0 w 13014"/>
              <a:gd name="connsiteY0" fmla="*/ 1351 h 2625"/>
              <a:gd name="connsiteX1" fmla="*/ 6483 w 13014"/>
              <a:gd name="connsiteY1" fmla="*/ 0 h 2625"/>
              <a:gd name="connsiteX2" fmla="*/ 13014 w 13014"/>
              <a:gd name="connsiteY2" fmla="*/ 1351 h 2625"/>
              <a:gd name="connsiteX3" fmla="*/ 6507 w 13014"/>
              <a:gd name="connsiteY3" fmla="*/ 2625 h 2625"/>
              <a:gd name="connsiteX4" fmla="*/ 0 w 13014"/>
              <a:gd name="connsiteY4" fmla="*/ 1351 h 2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14" h="2625">
                <a:moveTo>
                  <a:pt x="0" y="1351"/>
                </a:moveTo>
                <a:cubicBezTo>
                  <a:pt x="0" y="648"/>
                  <a:pt x="2370" y="-18"/>
                  <a:pt x="6483" y="0"/>
                </a:cubicBezTo>
                <a:cubicBezTo>
                  <a:pt x="10596" y="18"/>
                  <a:pt x="13014" y="648"/>
                  <a:pt x="13014" y="1351"/>
                </a:cubicBezTo>
                <a:cubicBezTo>
                  <a:pt x="13014" y="2055"/>
                  <a:pt x="10100" y="2625"/>
                  <a:pt x="6507" y="2625"/>
                </a:cubicBezTo>
                <a:cubicBezTo>
                  <a:pt x="2914" y="2625"/>
                  <a:pt x="0" y="2055"/>
                  <a:pt x="0" y="1351"/>
                </a:cubicBezTo>
                <a:close/>
              </a:path>
            </a:pathLst>
          </a:custGeom>
          <a:gradFill flip="none" rotWithShape="1">
            <a:gsLst>
              <a:gs pos="37000">
                <a:srgbClr val="0282FA">
                  <a:alpha val="13000"/>
                </a:srgbClr>
              </a:gs>
              <a:gs pos="0">
                <a:srgbClr val="0282FA">
                  <a:alpha val="0"/>
                </a:srgbClr>
              </a:gs>
              <a:gs pos="100000">
                <a:srgbClr val="0282FA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gradFill flip="none" rotWithShape="1">
              <a:gsLst>
                <a:gs pos="0">
                  <a:srgbClr val="0282FA">
                    <a:lumMod val="60000"/>
                    <a:lumOff val="40000"/>
                  </a:srgbClr>
                </a:gs>
                <a:gs pos="60000">
                  <a:srgbClr val="0282FA">
                    <a:alpha val="0"/>
                  </a:srgbClr>
                </a:gs>
                <a:gs pos="41000">
                  <a:srgbClr val="0282FA">
                    <a:alpha val="0"/>
                  </a:srgbClr>
                </a:gs>
                <a:gs pos="100000">
                  <a:srgbClr val="0282FA">
                    <a:lumMod val="60000"/>
                    <a:lumOff val="40000"/>
                  </a:srgbClr>
                </a:gs>
              </a:gsLst>
              <a:lin ang="0" scaled="1"/>
              <a:tileRect/>
            </a:gradFill>
          </a:ln>
          <a:scene3d>
            <a:camera prst="orthographicFront"/>
            <a:lightRig rig="threePt" dir="t"/>
          </a:scene3d>
          <a:sp3d prstMaterial="matte"/>
        </p:spPr>
        <p:style>
          <a:lnRef idx="2">
            <a:srgbClr val="0282FA">
              <a:shade val="50000"/>
            </a:srgbClr>
          </a:lnRef>
          <a:fillRef idx="1">
            <a:srgbClr val="0282FA"/>
          </a:fillRef>
          <a:effectRef idx="0">
            <a:srgbClr val="0282FA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5" name="任意多边形 44"/>
          <p:cNvSpPr/>
          <p:nvPr>
            <p:custDataLst>
              <p:tags r:id="rId15"/>
            </p:custDataLst>
          </p:nvPr>
        </p:nvSpPr>
        <p:spPr>
          <a:xfrm>
            <a:off x="1799535" y="5226922"/>
            <a:ext cx="8806145" cy="1630768"/>
          </a:xfrm>
          <a:custGeom>
            <a:avLst/>
            <a:gdLst>
              <a:gd name="connsiteX0" fmla="*/ 0 w 13014"/>
              <a:gd name="connsiteY0" fmla="*/ 1351 h 2625"/>
              <a:gd name="connsiteX1" fmla="*/ 6483 w 13014"/>
              <a:gd name="connsiteY1" fmla="*/ 0 h 2625"/>
              <a:gd name="connsiteX2" fmla="*/ 13014 w 13014"/>
              <a:gd name="connsiteY2" fmla="*/ 1351 h 2625"/>
              <a:gd name="connsiteX3" fmla="*/ 6507 w 13014"/>
              <a:gd name="connsiteY3" fmla="*/ 2625 h 2625"/>
              <a:gd name="connsiteX4" fmla="*/ 0 w 13014"/>
              <a:gd name="connsiteY4" fmla="*/ 1351 h 2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14" h="2410">
                <a:moveTo>
                  <a:pt x="6291" y="0"/>
                </a:moveTo>
                <a:cubicBezTo>
                  <a:pt x="6355" y="0"/>
                  <a:pt x="6419" y="0"/>
                  <a:pt x="6483" y="0"/>
                </a:cubicBezTo>
                <a:cubicBezTo>
                  <a:pt x="10596" y="18"/>
                  <a:pt x="13014" y="648"/>
                  <a:pt x="13014" y="1352"/>
                </a:cubicBezTo>
                <a:cubicBezTo>
                  <a:pt x="13014" y="1792"/>
                  <a:pt x="11876" y="2179"/>
                  <a:pt x="10145" y="2408"/>
                </a:cubicBezTo>
                <a:lnTo>
                  <a:pt x="10133" y="2410"/>
                </a:lnTo>
                <a:lnTo>
                  <a:pt x="2881" y="2410"/>
                </a:lnTo>
                <a:lnTo>
                  <a:pt x="2869" y="2408"/>
                </a:lnTo>
                <a:cubicBezTo>
                  <a:pt x="1138" y="2179"/>
                  <a:pt x="0" y="1792"/>
                  <a:pt x="0" y="1352"/>
                </a:cubicBezTo>
                <a:cubicBezTo>
                  <a:pt x="0" y="659"/>
                  <a:pt x="2297" y="3"/>
                  <a:pt x="6291" y="0"/>
                </a:cubicBezTo>
                <a:close/>
              </a:path>
            </a:pathLst>
          </a:custGeom>
          <a:gradFill>
            <a:gsLst>
              <a:gs pos="36000">
                <a:srgbClr val="0282FA">
                  <a:lumMod val="60000"/>
                  <a:lumOff val="40000"/>
                  <a:alpha val="0"/>
                </a:srgbClr>
              </a:gs>
              <a:gs pos="100000">
                <a:srgbClr val="0282FA">
                  <a:lumMod val="60000"/>
                  <a:lumOff val="40000"/>
                  <a:alpha val="10000"/>
                </a:srgbClr>
              </a:gs>
            </a:gsLst>
            <a:lin ang="5400000" scaled="1"/>
          </a:gradFill>
          <a:ln>
            <a:gradFill flip="none" rotWithShape="1">
              <a:gsLst>
                <a:gs pos="19000">
                  <a:srgbClr val="0282FA">
                    <a:alpha val="0"/>
                  </a:srgbClr>
                </a:gs>
                <a:gs pos="100000">
                  <a:srgbClr val="0282FA">
                    <a:lumMod val="60000"/>
                    <a:lumOff val="40000"/>
                    <a:alpha val="99000"/>
                  </a:srgbClr>
                </a:gs>
              </a:gsLst>
              <a:lin ang="5400000" scaled="1"/>
              <a:tileRect/>
            </a:gradFill>
            <a:prstDash val="solid"/>
          </a:ln>
          <a:scene3d>
            <a:camera prst="orthographicFront"/>
            <a:lightRig rig="threePt" dir="t"/>
          </a:scene3d>
          <a:sp3d prstMaterial="matte"/>
        </p:spPr>
        <p:style>
          <a:lnRef idx="2">
            <a:srgbClr val="0282FA">
              <a:shade val="50000"/>
            </a:srgbClr>
          </a:lnRef>
          <a:fillRef idx="1">
            <a:srgbClr val="0282FA"/>
          </a:fillRef>
          <a:effectRef idx="0">
            <a:srgbClr val="0282FA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9" name="图形 27"/>
          <p:cNvSpPr/>
          <p:nvPr>
            <p:custDataLst>
              <p:tags r:id="rId16"/>
            </p:custDataLst>
          </p:nvPr>
        </p:nvSpPr>
        <p:spPr>
          <a:xfrm>
            <a:off x="3952689" y="1011963"/>
            <a:ext cx="4499159" cy="5229282"/>
          </a:xfrm>
          <a:custGeom>
            <a:avLst/>
            <a:gdLst>
              <a:gd name="connsiteX0" fmla="*/ 0 w 4612"/>
              <a:gd name="connsiteY0" fmla="*/ 1839 h 3848"/>
              <a:gd name="connsiteX1" fmla="*/ 389 w 4612"/>
              <a:gd name="connsiteY1" fmla="*/ 710 h 3848"/>
              <a:gd name="connsiteX2" fmla="*/ 2319 w 4612"/>
              <a:gd name="connsiteY2" fmla="*/ 0 h 3848"/>
              <a:gd name="connsiteX3" fmla="*/ 3664 w 4612"/>
              <a:gd name="connsiteY3" fmla="*/ 490 h 3848"/>
              <a:gd name="connsiteX4" fmla="*/ 4612 w 4612"/>
              <a:gd name="connsiteY4" fmla="*/ 1839 h 3848"/>
              <a:gd name="connsiteX5" fmla="*/ 4602 w 4612"/>
              <a:gd name="connsiteY5" fmla="*/ 1854 h 3848"/>
              <a:gd name="connsiteX6" fmla="*/ 4337 w 4612"/>
              <a:gd name="connsiteY6" fmla="*/ 2194 h 3848"/>
              <a:gd name="connsiteX7" fmla="*/ 4021 w 4612"/>
              <a:gd name="connsiteY7" fmla="*/ 2878 h 3848"/>
              <a:gd name="connsiteX8" fmla="*/ 3947 w 4612"/>
              <a:gd name="connsiteY8" fmla="*/ 3659 h 3848"/>
              <a:gd name="connsiteX9" fmla="*/ 2307 w 4612"/>
              <a:gd name="connsiteY9" fmla="*/ 3848 h 3848"/>
              <a:gd name="connsiteX10" fmla="*/ 768 w 4612"/>
              <a:gd name="connsiteY10" fmla="*/ 3683 h 3848"/>
              <a:gd name="connsiteX11" fmla="*/ 726 w 4612"/>
              <a:gd name="connsiteY11" fmla="*/ 3086 h 3848"/>
              <a:gd name="connsiteX12" fmla="*/ 360 w 4612"/>
              <a:gd name="connsiteY12" fmla="*/ 2289 h 3848"/>
              <a:gd name="connsiteX13" fmla="*/ 0 w 4612"/>
              <a:gd name="connsiteY13" fmla="*/ 1839 h 3848"/>
              <a:gd name="connsiteX14" fmla="*/ 0 w 4612"/>
              <a:gd name="connsiteY14" fmla="*/ 1839 h 3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649" h="7728">
                <a:moveTo>
                  <a:pt x="5046" y="6170"/>
                </a:moveTo>
                <a:lnTo>
                  <a:pt x="5015" y="6189"/>
                </a:lnTo>
                <a:lnTo>
                  <a:pt x="5034" y="6177"/>
                </a:lnTo>
                <a:lnTo>
                  <a:pt x="5046" y="6170"/>
                </a:lnTo>
                <a:close/>
                <a:moveTo>
                  <a:pt x="5079" y="6150"/>
                </a:moveTo>
                <a:lnTo>
                  <a:pt x="5051" y="6167"/>
                </a:lnTo>
                <a:lnTo>
                  <a:pt x="5067" y="6157"/>
                </a:lnTo>
                <a:lnTo>
                  <a:pt x="5079" y="6150"/>
                </a:lnTo>
                <a:close/>
                <a:moveTo>
                  <a:pt x="5111" y="6129"/>
                </a:moveTo>
                <a:lnTo>
                  <a:pt x="5087" y="6145"/>
                </a:lnTo>
                <a:lnTo>
                  <a:pt x="5100" y="6137"/>
                </a:lnTo>
                <a:lnTo>
                  <a:pt x="5111" y="6129"/>
                </a:lnTo>
                <a:close/>
                <a:moveTo>
                  <a:pt x="5138" y="6112"/>
                </a:moveTo>
                <a:lnTo>
                  <a:pt x="5122" y="6122"/>
                </a:lnTo>
                <a:lnTo>
                  <a:pt x="5133" y="6116"/>
                </a:lnTo>
                <a:lnTo>
                  <a:pt x="5138" y="6112"/>
                </a:lnTo>
                <a:close/>
                <a:moveTo>
                  <a:pt x="5201" y="6070"/>
                </a:moveTo>
                <a:lnTo>
                  <a:pt x="5194" y="6075"/>
                </a:lnTo>
                <a:lnTo>
                  <a:pt x="5197" y="6073"/>
                </a:lnTo>
                <a:lnTo>
                  <a:pt x="5201" y="6070"/>
                </a:lnTo>
                <a:close/>
                <a:moveTo>
                  <a:pt x="1433" y="6060"/>
                </a:moveTo>
                <a:lnTo>
                  <a:pt x="1451" y="6073"/>
                </a:lnTo>
                <a:cubicBezTo>
                  <a:pt x="1985" y="6437"/>
                  <a:pt x="2629" y="6650"/>
                  <a:pt x="3325" y="6650"/>
                </a:cubicBezTo>
                <a:cubicBezTo>
                  <a:pt x="3936" y="6650"/>
                  <a:pt x="4509" y="6485"/>
                  <a:pt x="5001" y="6197"/>
                </a:cubicBezTo>
                <a:lnTo>
                  <a:pt x="5013" y="6190"/>
                </a:lnTo>
                <a:lnTo>
                  <a:pt x="4979" y="6209"/>
                </a:lnTo>
                <a:cubicBezTo>
                  <a:pt x="4492" y="6490"/>
                  <a:pt x="3927" y="6650"/>
                  <a:pt x="3325" y="6650"/>
                </a:cubicBezTo>
                <a:cubicBezTo>
                  <a:pt x="2636" y="6650"/>
                  <a:pt x="1996" y="6441"/>
                  <a:pt x="1466" y="6082"/>
                </a:cubicBezTo>
                <a:lnTo>
                  <a:pt x="1433" y="6060"/>
                </a:lnTo>
                <a:close/>
                <a:moveTo>
                  <a:pt x="5262" y="6027"/>
                </a:moveTo>
                <a:lnTo>
                  <a:pt x="5260" y="6029"/>
                </a:lnTo>
                <a:lnTo>
                  <a:pt x="5261" y="6028"/>
                </a:lnTo>
                <a:lnTo>
                  <a:pt x="5262" y="6027"/>
                </a:lnTo>
                <a:close/>
                <a:moveTo>
                  <a:pt x="1369" y="6014"/>
                </a:moveTo>
                <a:lnTo>
                  <a:pt x="1388" y="6028"/>
                </a:lnTo>
                <a:lnTo>
                  <a:pt x="1432" y="6059"/>
                </a:lnTo>
                <a:lnTo>
                  <a:pt x="1400" y="6037"/>
                </a:lnTo>
                <a:lnTo>
                  <a:pt x="1369" y="6014"/>
                </a:lnTo>
                <a:close/>
                <a:moveTo>
                  <a:pt x="1306" y="5967"/>
                </a:moveTo>
                <a:lnTo>
                  <a:pt x="1326" y="5982"/>
                </a:lnTo>
                <a:lnTo>
                  <a:pt x="1361" y="6009"/>
                </a:lnTo>
                <a:lnTo>
                  <a:pt x="1335" y="5989"/>
                </a:lnTo>
                <a:lnTo>
                  <a:pt x="1306" y="5967"/>
                </a:lnTo>
                <a:close/>
                <a:moveTo>
                  <a:pt x="3325" y="0"/>
                </a:moveTo>
                <a:cubicBezTo>
                  <a:pt x="5161" y="0"/>
                  <a:pt x="6649" y="1489"/>
                  <a:pt x="6649" y="3325"/>
                </a:cubicBezTo>
                <a:cubicBezTo>
                  <a:pt x="6649" y="4243"/>
                  <a:pt x="6277" y="5074"/>
                  <a:pt x="5675" y="5676"/>
                </a:cubicBezTo>
                <a:lnTo>
                  <a:pt x="5624" y="5727"/>
                </a:lnTo>
                <a:lnTo>
                  <a:pt x="5627" y="5723"/>
                </a:lnTo>
                <a:lnTo>
                  <a:pt x="5619" y="5734"/>
                </a:lnTo>
                <a:cubicBezTo>
                  <a:pt x="5536" y="5855"/>
                  <a:pt x="5448" y="5968"/>
                  <a:pt x="5354" y="6074"/>
                </a:cubicBezTo>
                <a:cubicBezTo>
                  <a:pt x="5196" y="6255"/>
                  <a:pt x="5086" y="6495"/>
                  <a:pt x="5038" y="6758"/>
                </a:cubicBezTo>
                <a:cubicBezTo>
                  <a:pt x="4993" y="7015"/>
                  <a:pt x="4969" y="7275"/>
                  <a:pt x="4964" y="7539"/>
                </a:cubicBezTo>
                <a:cubicBezTo>
                  <a:pt x="4492" y="7660"/>
                  <a:pt x="3929" y="7728"/>
                  <a:pt x="3325" y="7728"/>
                </a:cubicBezTo>
                <a:cubicBezTo>
                  <a:pt x="2763" y="7728"/>
                  <a:pt x="2238" y="7668"/>
                  <a:pt x="1786" y="7563"/>
                </a:cubicBezTo>
                <a:cubicBezTo>
                  <a:pt x="1784" y="7364"/>
                  <a:pt x="1769" y="7164"/>
                  <a:pt x="1744" y="6966"/>
                </a:cubicBezTo>
                <a:cubicBezTo>
                  <a:pt x="1701" y="6654"/>
                  <a:pt x="1571" y="6370"/>
                  <a:pt x="1378" y="6169"/>
                </a:cubicBezTo>
                <a:cubicBezTo>
                  <a:pt x="1264" y="6047"/>
                  <a:pt x="1158" y="5917"/>
                  <a:pt x="1060" y="5779"/>
                </a:cubicBezTo>
                <a:lnTo>
                  <a:pt x="1019" y="5720"/>
                </a:lnTo>
                <a:lnTo>
                  <a:pt x="1031" y="5732"/>
                </a:lnTo>
                <a:cubicBezTo>
                  <a:pt x="1105" y="5803"/>
                  <a:pt x="1183" y="5871"/>
                  <a:pt x="1264" y="5935"/>
                </a:cubicBezTo>
                <a:lnTo>
                  <a:pt x="1296" y="5959"/>
                </a:lnTo>
                <a:lnTo>
                  <a:pt x="1272" y="5941"/>
                </a:lnTo>
                <a:cubicBezTo>
                  <a:pt x="497" y="5332"/>
                  <a:pt x="0" y="4387"/>
                  <a:pt x="0" y="3325"/>
                </a:cubicBezTo>
                <a:cubicBezTo>
                  <a:pt x="0" y="1489"/>
                  <a:pt x="1488" y="0"/>
                  <a:pt x="3325" y="0"/>
                </a:cubicBezTo>
                <a:close/>
              </a:path>
            </a:pathLst>
          </a:custGeom>
          <a:gradFill>
            <a:gsLst>
              <a:gs pos="51000">
                <a:srgbClr val="0282FA">
                  <a:alpha val="0"/>
                </a:srgbClr>
              </a:gs>
              <a:gs pos="0">
                <a:srgbClr val="0282FA">
                  <a:alpha val="0"/>
                </a:srgbClr>
              </a:gs>
              <a:gs pos="100000">
                <a:srgbClr val="0282FA">
                  <a:alpha val="38000"/>
                </a:srgbClr>
              </a:gs>
            </a:gsLst>
            <a:path path="circle">
              <a:fillToRect l="50000" t="50000" r="50000" b="50000"/>
            </a:path>
            <a:tileRect/>
          </a:gradFill>
          <a:ln w="81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17"/>
            </p:custDataLst>
          </p:nvPr>
        </p:nvSpPr>
        <p:spPr>
          <a:xfrm>
            <a:off x="4881077" y="5832539"/>
            <a:ext cx="2705315" cy="504793"/>
          </a:xfrm>
          <a:prstGeom prst="ellipse">
            <a:avLst/>
          </a:prstGeom>
          <a:gradFill>
            <a:gsLst>
              <a:gs pos="18000">
                <a:srgbClr val="0282FA">
                  <a:alpha val="0"/>
                </a:srgbClr>
              </a:gs>
              <a:gs pos="100000">
                <a:srgbClr val="0282FA">
                  <a:alpha val="32000"/>
                </a:srgbClr>
              </a:gs>
            </a:gsLst>
            <a:lin ang="5400000" scaled="0"/>
          </a:gradFill>
          <a:ln>
            <a:gradFill>
              <a:gsLst>
                <a:gs pos="22000">
                  <a:srgbClr val="0282FA">
                    <a:alpha val="0"/>
                  </a:srgbClr>
                </a:gs>
                <a:gs pos="50000">
                  <a:srgbClr val="0282FA">
                    <a:alpha val="9000"/>
                  </a:srgbClr>
                </a:gs>
                <a:gs pos="88000">
                  <a:srgbClr val="0282FA">
                    <a:alpha val="0"/>
                  </a:srgbClr>
                </a:gs>
              </a:gsLst>
              <a:lin ang="5340000" scaled="1"/>
            </a:gradFill>
          </a:ln>
        </p:spPr>
        <p:style>
          <a:lnRef idx="2">
            <a:srgbClr val="0282FA">
              <a:lumMod val="75000"/>
            </a:srgbClr>
          </a:lnRef>
          <a:fillRef idx="1">
            <a:srgbClr val="0282FA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正文"/>
          <p:cNvSpPr txBox="1"/>
          <p:nvPr>
            <p:custDataLst>
              <p:tags r:id="rId18"/>
            </p:custDataLst>
          </p:nvPr>
        </p:nvSpPr>
        <p:spPr>
          <a:xfrm>
            <a:off x="1033547" y="1938997"/>
            <a:ext cx="2360891" cy="11361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r" fontAlgn="auto">
              <a:lnSpc>
                <a:spcPct val="130000"/>
              </a:lnSpc>
            </a:pPr>
            <a:r>
              <a:rPr lang="zh-CN" altLang="en-US" sz="1600" spc="15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基于最小重叠率的思想对工艺路径进行前处理</a:t>
            </a:r>
            <a:endParaRPr lang="zh-CN" altLang="en-US" sz="1600" spc="150" dirty="0">
              <a:solidFill>
                <a:srgbClr val="000000">
                  <a:lumMod val="85000"/>
                  <a:lumOff val="15000"/>
                </a:srgbClr>
              </a:solidFill>
              <a:latin typeface="+mn-ea"/>
            </a:endParaRPr>
          </a:p>
        </p:txBody>
      </p:sp>
      <p:sp>
        <p:nvSpPr>
          <p:cNvPr id="21" name="标题"/>
          <p:cNvSpPr txBox="1"/>
          <p:nvPr>
            <p:custDataLst>
              <p:tags r:id="rId19"/>
            </p:custDataLst>
          </p:nvPr>
        </p:nvSpPr>
        <p:spPr>
          <a:xfrm>
            <a:off x="1033547" y="1393604"/>
            <a:ext cx="2360891" cy="39788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zh-CN" altLang="en-US" sz="2000" b="1" spc="300" dirty="0">
                <a:gradFill>
                  <a:gsLst>
                    <a:gs pos="50000">
                      <a:srgbClr val="0282FA"/>
                    </a:gs>
                    <a:gs pos="0">
                      <a:srgbClr val="0282FA">
                        <a:lumMod val="25000"/>
                        <a:lumOff val="75000"/>
                      </a:srgbClr>
                    </a:gs>
                    <a:gs pos="100000">
                      <a:srgbClr val="0282FA">
                        <a:lumMod val="85000"/>
                      </a:srgbClr>
                    </a:gs>
                  </a:gsLst>
                  <a:lin ang="5400000" scaled="1"/>
                </a:gradFill>
                <a:latin typeface="+mn-ea"/>
              </a:rPr>
              <a:t>并发出片</a:t>
            </a:r>
          </a:p>
        </p:txBody>
      </p:sp>
      <p:sp>
        <p:nvSpPr>
          <p:cNvPr id="22" name="图形 27"/>
          <p:cNvSpPr/>
          <p:nvPr>
            <p:custDataLst>
              <p:tags r:id="rId20"/>
            </p:custDataLst>
          </p:nvPr>
        </p:nvSpPr>
        <p:spPr>
          <a:xfrm>
            <a:off x="5201140" y="3387065"/>
            <a:ext cx="2063835" cy="2856212"/>
          </a:xfrm>
          <a:custGeom>
            <a:avLst/>
            <a:gdLst>
              <a:gd name="connsiteX0" fmla="*/ 3065983 w 3065984"/>
              <a:gd name="connsiteY0" fmla="*/ 1532753 h 3329027"/>
              <a:gd name="connsiteX1" fmla="*/ 2688305 w 3065984"/>
              <a:gd name="connsiteY1" fmla="*/ 2540439 h 3329027"/>
              <a:gd name="connsiteX2" fmla="*/ 2555380 w 3065984"/>
              <a:gd name="connsiteY2" fmla="*/ 2674993 h 3329027"/>
              <a:gd name="connsiteX3" fmla="*/ 2396310 w 3065984"/>
              <a:gd name="connsiteY3" fmla="*/ 2945485 h 3329027"/>
              <a:gd name="connsiteX4" fmla="*/ 2358762 w 3065984"/>
              <a:gd name="connsiteY4" fmla="*/ 3254176 h 3329027"/>
              <a:gd name="connsiteX5" fmla="*/ 1533033 w 3065984"/>
              <a:gd name="connsiteY5" fmla="*/ 3329028 h 3329027"/>
              <a:gd name="connsiteX6" fmla="*/ 758372 w 3065984"/>
              <a:gd name="connsiteY6" fmla="*/ 3263869 h 3329027"/>
              <a:gd name="connsiteX7" fmla="*/ 736870 w 3065984"/>
              <a:gd name="connsiteY7" fmla="*/ 3027667 h 3329027"/>
              <a:gd name="connsiteX8" fmla="*/ 553202 w 3065984"/>
              <a:gd name="connsiteY8" fmla="*/ 2712052 h 3329027"/>
              <a:gd name="connsiteX9" fmla="*/ 1 w 3065984"/>
              <a:gd name="connsiteY9" fmla="*/ 1532997 h 3329027"/>
              <a:gd name="connsiteX10" fmla="*/ 1507702 w 3065984"/>
              <a:gd name="connsiteY10" fmla="*/ 210 h 3329027"/>
              <a:gd name="connsiteX11" fmla="*/ 3065983 w 3065984"/>
              <a:gd name="connsiteY11" fmla="*/ 1532753 h 3329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50" h="4052">
                <a:moveTo>
                  <a:pt x="2410" y="407"/>
                </a:moveTo>
                <a:cubicBezTo>
                  <a:pt x="2248" y="417"/>
                  <a:pt x="2119" y="585"/>
                  <a:pt x="2119" y="791"/>
                </a:cubicBezTo>
                <a:lnTo>
                  <a:pt x="2119" y="1176"/>
                </a:lnTo>
                <a:lnTo>
                  <a:pt x="2424" y="1176"/>
                </a:lnTo>
                <a:cubicBezTo>
                  <a:pt x="2593" y="1176"/>
                  <a:pt x="2730" y="1003"/>
                  <a:pt x="2730" y="791"/>
                </a:cubicBezTo>
                <a:cubicBezTo>
                  <a:pt x="2730" y="585"/>
                  <a:pt x="2601" y="417"/>
                  <a:pt x="2440" y="407"/>
                </a:cubicBezTo>
                <a:lnTo>
                  <a:pt x="2424" y="407"/>
                </a:lnTo>
                <a:lnTo>
                  <a:pt x="2410" y="407"/>
                </a:lnTo>
                <a:close/>
                <a:moveTo>
                  <a:pt x="626" y="407"/>
                </a:moveTo>
                <a:cubicBezTo>
                  <a:pt x="458" y="407"/>
                  <a:pt x="322" y="579"/>
                  <a:pt x="322" y="791"/>
                </a:cubicBezTo>
                <a:cubicBezTo>
                  <a:pt x="322" y="1003"/>
                  <a:pt x="458" y="1176"/>
                  <a:pt x="626" y="1176"/>
                </a:cubicBezTo>
                <a:lnTo>
                  <a:pt x="931" y="1176"/>
                </a:lnTo>
                <a:lnTo>
                  <a:pt x="931" y="791"/>
                </a:lnTo>
                <a:cubicBezTo>
                  <a:pt x="931" y="579"/>
                  <a:pt x="794" y="407"/>
                  <a:pt x="626" y="407"/>
                </a:cubicBezTo>
                <a:close/>
                <a:moveTo>
                  <a:pt x="626" y="0"/>
                </a:moveTo>
                <a:cubicBezTo>
                  <a:pt x="970" y="0"/>
                  <a:pt x="1251" y="354"/>
                  <a:pt x="1251" y="791"/>
                </a:cubicBezTo>
                <a:lnTo>
                  <a:pt x="1251" y="1176"/>
                </a:lnTo>
                <a:lnTo>
                  <a:pt x="1799" y="1176"/>
                </a:lnTo>
                <a:lnTo>
                  <a:pt x="1799" y="791"/>
                </a:lnTo>
                <a:cubicBezTo>
                  <a:pt x="1799" y="368"/>
                  <a:pt x="2062" y="22"/>
                  <a:pt x="2392" y="2"/>
                </a:cubicBezTo>
                <a:lnTo>
                  <a:pt x="2424" y="0"/>
                </a:lnTo>
                <a:lnTo>
                  <a:pt x="2457" y="2"/>
                </a:lnTo>
                <a:cubicBezTo>
                  <a:pt x="2787" y="22"/>
                  <a:pt x="3050" y="368"/>
                  <a:pt x="3050" y="791"/>
                </a:cubicBezTo>
                <a:cubicBezTo>
                  <a:pt x="3050" y="1226"/>
                  <a:pt x="2769" y="1580"/>
                  <a:pt x="2424" y="1580"/>
                </a:cubicBezTo>
                <a:lnTo>
                  <a:pt x="2119" y="1580"/>
                </a:lnTo>
                <a:lnTo>
                  <a:pt x="2119" y="3002"/>
                </a:lnTo>
                <a:lnTo>
                  <a:pt x="2119" y="4028"/>
                </a:lnTo>
                <a:lnTo>
                  <a:pt x="2076" y="4032"/>
                </a:lnTo>
                <a:cubicBezTo>
                  <a:pt x="2012" y="4037"/>
                  <a:pt x="1947" y="4042"/>
                  <a:pt x="1881" y="4045"/>
                </a:cubicBezTo>
                <a:lnTo>
                  <a:pt x="1799" y="4049"/>
                </a:lnTo>
                <a:lnTo>
                  <a:pt x="1799" y="3048"/>
                </a:lnTo>
                <a:lnTo>
                  <a:pt x="1799" y="1580"/>
                </a:lnTo>
                <a:lnTo>
                  <a:pt x="1251" y="1580"/>
                </a:lnTo>
                <a:lnTo>
                  <a:pt x="1251" y="3056"/>
                </a:lnTo>
                <a:lnTo>
                  <a:pt x="1251" y="4052"/>
                </a:lnTo>
                <a:lnTo>
                  <a:pt x="1199" y="4051"/>
                </a:lnTo>
                <a:cubicBezTo>
                  <a:pt x="1137" y="4048"/>
                  <a:pt x="1076" y="4045"/>
                  <a:pt x="1016" y="4041"/>
                </a:cubicBezTo>
                <a:lnTo>
                  <a:pt x="931" y="4035"/>
                </a:lnTo>
                <a:lnTo>
                  <a:pt x="931" y="3019"/>
                </a:lnTo>
                <a:lnTo>
                  <a:pt x="931" y="1580"/>
                </a:lnTo>
                <a:lnTo>
                  <a:pt x="626" y="1580"/>
                </a:lnTo>
                <a:cubicBezTo>
                  <a:pt x="281" y="1580"/>
                  <a:pt x="0" y="1226"/>
                  <a:pt x="0" y="791"/>
                </a:cubicBezTo>
                <a:cubicBezTo>
                  <a:pt x="0" y="354"/>
                  <a:pt x="281" y="0"/>
                  <a:pt x="626" y="0"/>
                </a:cubicBezTo>
                <a:close/>
              </a:path>
            </a:pathLst>
          </a:custGeom>
          <a:gradFill>
            <a:gsLst>
              <a:gs pos="69000">
                <a:srgbClr val="0282FA">
                  <a:alpha val="55000"/>
                </a:srgbClr>
              </a:gs>
              <a:gs pos="0">
                <a:srgbClr val="0282FA">
                  <a:lumMod val="60000"/>
                  <a:lumOff val="40000"/>
                  <a:alpha val="3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rgbClr val="0282FA">
              <a:lumMod val="75000"/>
            </a:srgbClr>
          </a:lnRef>
          <a:fillRef idx="1">
            <a:srgbClr val="0282FA"/>
          </a:fillRef>
          <a:effectRef idx="0">
            <a:srgbClr val="FFF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>
              <a:sym typeface="+mn-ea"/>
            </a:endParaRPr>
          </a:p>
        </p:txBody>
      </p:sp>
      <p:sp>
        <p:nvSpPr>
          <p:cNvPr id="24" name="椭圆 23"/>
          <p:cNvSpPr/>
          <p:nvPr>
            <p:custDataLst>
              <p:tags r:id="rId21"/>
            </p:custDataLst>
          </p:nvPr>
        </p:nvSpPr>
        <p:spPr>
          <a:xfrm>
            <a:off x="3952689" y="1011963"/>
            <a:ext cx="4499159" cy="4499835"/>
          </a:xfrm>
          <a:prstGeom prst="ellipse">
            <a:avLst/>
          </a:prstGeom>
          <a:noFill/>
          <a:ln>
            <a:gradFill>
              <a:gsLst>
                <a:gs pos="22000">
                  <a:srgbClr val="0282FA">
                    <a:alpha val="0"/>
                  </a:srgbClr>
                </a:gs>
                <a:gs pos="50000">
                  <a:srgbClr val="0282FA">
                    <a:alpha val="50000"/>
                  </a:srgbClr>
                </a:gs>
                <a:gs pos="88000">
                  <a:srgbClr val="0282FA">
                    <a:alpha val="0"/>
                  </a:srgbClr>
                </a:gs>
              </a:gsLst>
              <a:lin ang="5340000" scaled="0"/>
            </a:gradFill>
          </a:ln>
        </p:spPr>
        <p:style>
          <a:lnRef idx="2">
            <a:srgbClr val="0282FA">
              <a:lumMod val="75000"/>
            </a:srgbClr>
          </a:lnRef>
          <a:fillRef idx="1">
            <a:srgbClr val="0282FA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>
            <p:custDataLst>
              <p:tags r:id="rId22"/>
            </p:custDataLst>
          </p:nvPr>
        </p:nvSpPr>
        <p:spPr>
          <a:xfrm>
            <a:off x="4098850" y="1223760"/>
            <a:ext cx="4207516" cy="4076242"/>
          </a:xfrm>
          <a:prstGeom prst="ellipse">
            <a:avLst/>
          </a:prstGeom>
          <a:noFill/>
          <a:ln>
            <a:gradFill>
              <a:gsLst>
                <a:gs pos="22000">
                  <a:srgbClr val="0282FA">
                    <a:alpha val="0"/>
                  </a:srgbClr>
                </a:gs>
                <a:gs pos="50000">
                  <a:srgbClr val="0282FA">
                    <a:alpha val="7000"/>
                  </a:srgbClr>
                </a:gs>
                <a:gs pos="88000">
                  <a:srgbClr val="0282FA">
                    <a:alpha val="0"/>
                  </a:srgbClr>
                </a:gs>
              </a:gsLst>
              <a:lin ang="5340000" scaled="0"/>
            </a:gradFill>
          </a:ln>
        </p:spPr>
        <p:style>
          <a:lnRef idx="2">
            <a:srgbClr val="0282FA">
              <a:lumMod val="75000"/>
            </a:srgbClr>
          </a:lnRef>
          <a:fillRef idx="1">
            <a:srgbClr val="0282FA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正文"/>
          <p:cNvSpPr txBox="1"/>
          <p:nvPr>
            <p:custDataLst>
              <p:tags r:id="rId23"/>
            </p:custDataLst>
          </p:nvPr>
        </p:nvSpPr>
        <p:spPr>
          <a:xfrm>
            <a:off x="1033547" y="4544842"/>
            <a:ext cx="2360891" cy="11361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r" fontAlgn="auto">
              <a:lnSpc>
                <a:spcPct val="130000"/>
              </a:lnSpc>
            </a:pPr>
            <a:r>
              <a:rPr lang="zh-CN" altLang="en-US" sz="1600" spc="15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合理利用</a:t>
            </a:r>
            <a:r>
              <a:rPr lang="en-US" altLang="zh-CN" sz="1600" spc="15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CPU</a:t>
            </a:r>
            <a:r>
              <a:rPr lang="zh-CN" altLang="en-US" sz="1600" spc="15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多核性能加速程序运行提高性能</a:t>
            </a:r>
          </a:p>
        </p:txBody>
      </p:sp>
      <p:sp>
        <p:nvSpPr>
          <p:cNvPr id="34" name="标题"/>
          <p:cNvSpPr txBox="1"/>
          <p:nvPr>
            <p:custDataLst>
              <p:tags r:id="rId24"/>
            </p:custDataLst>
          </p:nvPr>
        </p:nvSpPr>
        <p:spPr>
          <a:xfrm>
            <a:off x="1033547" y="3999448"/>
            <a:ext cx="2360891" cy="39788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zh-CN" altLang="en-US" sz="2000" b="1" spc="300" dirty="0">
                <a:gradFill>
                  <a:gsLst>
                    <a:gs pos="50000">
                      <a:srgbClr val="0282FA"/>
                    </a:gs>
                    <a:gs pos="0">
                      <a:srgbClr val="0282FA">
                        <a:lumMod val="25000"/>
                        <a:lumOff val="75000"/>
                      </a:srgbClr>
                    </a:gs>
                    <a:gs pos="100000">
                      <a:srgbClr val="0282FA">
                        <a:lumMod val="85000"/>
                      </a:srgbClr>
                    </a:gs>
                  </a:gsLst>
                  <a:lin ang="5400000" scaled="1"/>
                </a:gradFill>
                <a:latin typeface="+mn-ea"/>
                <a:sym typeface="+mn-ea"/>
              </a:rPr>
              <a:t>轮询查找</a:t>
            </a:r>
          </a:p>
        </p:txBody>
      </p:sp>
      <p:sp>
        <p:nvSpPr>
          <p:cNvPr id="35" name="椭圆 34"/>
          <p:cNvSpPr/>
          <p:nvPr>
            <p:custDataLst>
              <p:tags r:id="rId25"/>
            </p:custDataLst>
          </p:nvPr>
        </p:nvSpPr>
        <p:spPr>
          <a:xfrm>
            <a:off x="3952689" y="1010610"/>
            <a:ext cx="4499835" cy="4491039"/>
          </a:xfrm>
          <a:prstGeom prst="ellipse">
            <a:avLst/>
          </a:prstGeom>
          <a:gradFill>
            <a:gsLst>
              <a:gs pos="51000">
                <a:srgbClr val="0282FA">
                  <a:alpha val="0"/>
                </a:srgbClr>
              </a:gs>
              <a:gs pos="0">
                <a:srgbClr val="0282FA">
                  <a:alpha val="0"/>
                </a:srgbClr>
              </a:gs>
              <a:gs pos="100000">
                <a:srgbClr val="0282FA">
                  <a:alpha val="17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81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" name="任意多边形 35"/>
          <p:cNvSpPr/>
          <p:nvPr>
            <p:custDataLst>
              <p:tags r:id="rId26"/>
            </p:custDataLst>
          </p:nvPr>
        </p:nvSpPr>
        <p:spPr>
          <a:xfrm>
            <a:off x="1239255" y="1874037"/>
            <a:ext cx="2993575" cy="482464"/>
          </a:xfrm>
          <a:custGeom>
            <a:avLst/>
            <a:gdLst>
              <a:gd name="connsiteX0" fmla="*/ 4424 w 4424"/>
              <a:gd name="connsiteY0" fmla="*/ 713 h 713"/>
              <a:gd name="connsiteX1" fmla="*/ 3735 w 4424"/>
              <a:gd name="connsiteY1" fmla="*/ 712 h 713"/>
              <a:gd name="connsiteX2" fmla="*/ 3427 w 4424"/>
              <a:gd name="connsiteY2" fmla="*/ 0 h 713"/>
              <a:gd name="connsiteX3" fmla="*/ 0 w 4424"/>
              <a:gd name="connsiteY3" fmla="*/ 0 h 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4" h="713">
                <a:moveTo>
                  <a:pt x="4424" y="713"/>
                </a:moveTo>
                <a:lnTo>
                  <a:pt x="3735" y="712"/>
                </a:lnTo>
                <a:lnTo>
                  <a:pt x="3427" y="0"/>
                </a:lnTo>
                <a:lnTo>
                  <a:pt x="0" y="0"/>
                </a:lnTo>
              </a:path>
            </a:pathLst>
          </a:custGeom>
          <a:noFill/>
          <a:ln cap="rnd">
            <a:gradFill>
              <a:gsLst>
                <a:gs pos="69000">
                  <a:srgbClr val="0282FA">
                    <a:alpha val="100000"/>
                  </a:srgbClr>
                </a:gs>
                <a:gs pos="100000">
                  <a:srgbClr val="0282FA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rgbClr val="0282FA">
              <a:lumMod val="75000"/>
            </a:srgbClr>
          </a:lnRef>
          <a:fillRef idx="1">
            <a:srgbClr val="0282FA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27"/>
            </p:custDataLst>
          </p:nvPr>
        </p:nvSpPr>
        <p:spPr>
          <a:xfrm flipV="1">
            <a:off x="1239255" y="4008245"/>
            <a:ext cx="2993575" cy="482464"/>
          </a:xfrm>
          <a:custGeom>
            <a:avLst/>
            <a:gdLst>
              <a:gd name="connsiteX0" fmla="*/ 4424 w 4424"/>
              <a:gd name="connsiteY0" fmla="*/ 713 h 713"/>
              <a:gd name="connsiteX1" fmla="*/ 3735 w 4424"/>
              <a:gd name="connsiteY1" fmla="*/ 712 h 713"/>
              <a:gd name="connsiteX2" fmla="*/ 3427 w 4424"/>
              <a:gd name="connsiteY2" fmla="*/ 0 h 713"/>
              <a:gd name="connsiteX3" fmla="*/ 0 w 4424"/>
              <a:gd name="connsiteY3" fmla="*/ 0 h 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4" h="713">
                <a:moveTo>
                  <a:pt x="4424" y="713"/>
                </a:moveTo>
                <a:lnTo>
                  <a:pt x="3735" y="712"/>
                </a:lnTo>
                <a:lnTo>
                  <a:pt x="3427" y="0"/>
                </a:lnTo>
                <a:lnTo>
                  <a:pt x="0" y="0"/>
                </a:lnTo>
              </a:path>
            </a:pathLst>
          </a:custGeom>
          <a:noFill/>
          <a:ln cap="rnd">
            <a:gradFill>
              <a:gsLst>
                <a:gs pos="69000">
                  <a:srgbClr val="0282FA">
                    <a:alpha val="100000"/>
                  </a:srgbClr>
                </a:gs>
                <a:gs pos="100000">
                  <a:srgbClr val="0282FA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rgbClr val="0282FA">
              <a:lumMod val="75000"/>
            </a:srgbClr>
          </a:lnRef>
          <a:fillRef idx="1">
            <a:srgbClr val="0282FA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正文"/>
          <p:cNvSpPr txBox="1"/>
          <p:nvPr>
            <p:custDataLst>
              <p:tags r:id="rId28"/>
            </p:custDataLst>
          </p:nvPr>
        </p:nvSpPr>
        <p:spPr>
          <a:xfrm flipH="1">
            <a:off x="9010775" y="1938997"/>
            <a:ext cx="2360891" cy="11361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600" spc="15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采用混合优化模型和贪心迭代算法满足</a:t>
            </a:r>
            <a:r>
              <a:rPr lang="en-US" altLang="zh-CN" sz="1600" spc="15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JIT</a:t>
            </a:r>
            <a:r>
              <a:rPr lang="zh-CN" altLang="en-US" sz="1600" spc="15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约束</a:t>
            </a:r>
          </a:p>
        </p:txBody>
      </p:sp>
      <p:sp>
        <p:nvSpPr>
          <p:cNvPr id="42" name="标题"/>
          <p:cNvSpPr txBox="1"/>
          <p:nvPr>
            <p:custDataLst>
              <p:tags r:id="rId29"/>
            </p:custDataLst>
          </p:nvPr>
        </p:nvSpPr>
        <p:spPr>
          <a:xfrm flipH="1">
            <a:off x="9010775" y="1393604"/>
            <a:ext cx="2360891" cy="39788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zh-CN" altLang="en-US" sz="2000" b="1" spc="300" dirty="0">
                <a:gradFill>
                  <a:gsLst>
                    <a:gs pos="50000">
                      <a:srgbClr val="0282FA"/>
                    </a:gs>
                    <a:gs pos="0">
                      <a:srgbClr val="0282FA">
                        <a:lumMod val="25000"/>
                        <a:lumOff val="75000"/>
                      </a:srgbClr>
                    </a:gs>
                    <a:gs pos="100000">
                      <a:srgbClr val="0282FA">
                        <a:lumMod val="85000"/>
                      </a:srgbClr>
                    </a:gs>
                  </a:gsLst>
                  <a:lin ang="5400000" scaled="1"/>
                </a:gradFill>
                <a:latin typeface="+mn-ea"/>
                <a:sym typeface="+mn-ea"/>
              </a:rPr>
              <a:t>混合优化</a:t>
            </a:r>
          </a:p>
        </p:txBody>
      </p:sp>
      <p:sp>
        <p:nvSpPr>
          <p:cNvPr id="53" name="正文"/>
          <p:cNvSpPr txBox="1"/>
          <p:nvPr>
            <p:custDataLst>
              <p:tags r:id="rId30"/>
            </p:custDataLst>
          </p:nvPr>
        </p:nvSpPr>
        <p:spPr>
          <a:xfrm flipH="1">
            <a:off x="9010775" y="4544842"/>
            <a:ext cx="2360891" cy="11361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600" spc="15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自适应程序超参数配置大大提高程序鲁棒性</a:t>
            </a:r>
          </a:p>
        </p:txBody>
      </p:sp>
      <p:sp>
        <p:nvSpPr>
          <p:cNvPr id="54" name="标题"/>
          <p:cNvSpPr txBox="1"/>
          <p:nvPr>
            <p:custDataLst>
              <p:tags r:id="rId31"/>
            </p:custDataLst>
          </p:nvPr>
        </p:nvSpPr>
        <p:spPr>
          <a:xfrm flipH="1">
            <a:off x="9010775" y="3999448"/>
            <a:ext cx="2360891" cy="39788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zh-CN" altLang="en-US" sz="2000" b="1" spc="300" dirty="0">
                <a:gradFill>
                  <a:gsLst>
                    <a:gs pos="50000">
                      <a:srgbClr val="0282FA"/>
                    </a:gs>
                    <a:gs pos="0">
                      <a:srgbClr val="0282FA">
                        <a:lumMod val="25000"/>
                        <a:lumOff val="75000"/>
                      </a:srgbClr>
                    </a:gs>
                    <a:gs pos="100000">
                      <a:srgbClr val="0282FA">
                        <a:lumMod val="85000"/>
                      </a:srgbClr>
                    </a:gs>
                  </a:gsLst>
                  <a:lin ang="5400000" scaled="1"/>
                </a:gradFill>
                <a:latin typeface="+mn-ea"/>
                <a:sym typeface="+mn-ea"/>
              </a:rPr>
              <a:t>超参数适应</a:t>
            </a:r>
          </a:p>
        </p:txBody>
      </p:sp>
      <p:sp>
        <p:nvSpPr>
          <p:cNvPr id="55" name="任意多边形 54"/>
          <p:cNvSpPr/>
          <p:nvPr>
            <p:custDataLst>
              <p:tags r:id="rId32"/>
            </p:custDataLst>
          </p:nvPr>
        </p:nvSpPr>
        <p:spPr>
          <a:xfrm flipH="1">
            <a:off x="8172385" y="1874037"/>
            <a:ext cx="2993575" cy="482464"/>
          </a:xfrm>
          <a:custGeom>
            <a:avLst/>
            <a:gdLst>
              <a:gd name="connsiteX0" fmla="*/ 4424 w 4424"/>
              <a:gd name="connsiteY0" fmla="*/ 713 h 713"/>
              <a:gd name="connsiteX1" fmla="*/ 3735 w 4424"/>
              <a:gd name="connsiteY1" fmla="*/ 712 h 713"/>
              <a:gd name="connsiteX2" fmla="*/ 3427 w 4424"/>
              <a:gd name="connsiteY2" fmla="*/ 0 h 713"/>
              <a:gd name="connsiteX3" fmla="*/ 0 w 4424"/>
              <a:gd name="connsiteY3" fmla="*/ 0 h 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4" h="713">
                <a:moveTo>
                  <a:pt x="4424" y="713"/>
                </a:moveTo>
                <a:lnTo>
                  <a:pt x="3735" y="712"/>
                </a:lnTo>
                <a:lnTo>
                  <a:pt x="3427" y="0"/>
                </a:lnTo>
                <a:lnTo>
                  <a:pt x="0" y="0"/>
                </a:lnTo>
              </a:path>
            </a:pathLst>
          </a:custGeom>
          <a:noFill/>
          <a:ln cap="rnd">
            <a:gradFill>
              <a:gsLst>
                <a:gs pos="69000">
                  <a:srgbClr val="0282FA">
                    <a:alpha val="100000"/>
                  </a:srgbClr>
                </a:gs>
                <a:gs pos="100000">
                  <a:srgbClr val="0282FA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rgbClr val="0282FA">
              <a:lumMod val="75000"/>
            </a:srgbClr>
          </a:lnRef>
          <a:fillRef idx="1">
            <a:srgbClr val="0282FA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 55"/>
          <p:cNvSpPr/>
          <p:nvPr>
            <p:custDataLst>
              <p:tags r:id="rId33"/>
            </p:custDataLst>
          </p:nvPr>
        </p:nvSpPr>
        <p:spPr>
          <a:xfrm flipH="1" flipV="1">
            <a:off x="8172385" y="4008245"/>
            <a:ext cx="2993575" cy="482464"/>
          </a:xfrm>
          <a:custGeom>
            <a:avLst/>
            <a:gdLst>
              <a:gd name="connsiteX0" fmla="*/ 4424 w 4424"/>
              <a:gd name="connsiteY0" fmla="*/ 713 h 713"/>
              <a:gd name="connsiteX1" fmla="*/ 3735 w 4424"/>
              <a:gd name="connsiteY1" fmla="*/ 712 h 713"/>
              <a:gd name="connsiteX2" fmla="*/ 3427 w 4424"/>
              <a:gd name="connsiteY2" fmla="*/ 0 h 713"/>
              <a:gd name="connsiteX3" fmla="*/ 0 w 4424"/>
              <a:gd name="connsiteY3" fmla="*/ 0 h 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4" h="713">
                <a:moveTo>
                  <a:pt x="4424" y="713"/>
                </a:moveTo>
                <a:lnTo>
                  <a:pt x="3735" y="712"/>
                </a:lnTo>
                <a:lnTo>
                  <a:pt x="3427" y="0"/>
                </a:lnTo>
                <a:lnTo>
                  <a:pt x="0" y="0"/>
                </a:lnTo>
              </a:path>
            </a:pathLst>
          </a:custGeom>
          <a:noFill/>
          <a:ln cap="rnd">
            <a:gradFill>
              <a:gsLst>
                <a:gs pos="69000">
                  <a:srgbClr val="0282FA">
                    <a:alpha val="100000"/>
                  </a:srgbClr>
                </a:gs>
                <a:gs pos="100000">
                  <a:srgbClr val="0282FA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rgbClr val="0282FA">
              <a:lumMod val="75000"/>
            </a:srgbClr>
          </a:lnRef>
          <a:fillRef idx="1">
            <a:srgbClr val="0282FA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标题"/>
          <p:cNvSpPr txBox="1"/>
          <p:nvPr>
            <p:custDataLst>
              <p:tags r:id="rId34"/>
            </p:custDataLst>
          </p:nvPr>
        </p:nvSpPr>
        <p:spPr>
          <a:xfrm>
            <a:off x="4344216" y="2276653"/>
            <a:ext cx="3930758" cy="75786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zh-CN" altLang="en-US" sz="4000" b="1" spc="600" dirty="0">
                <a:solidFill>
                  <a:srgbClr val="0282FA"/>
                </a:solidFill>
                <a:uFillTx/>
                <a:latin typeface="汉仪菱心体简" panose="02010400000101010101" charset="-122"/>
                <a:ea typeface="汉仪菱心体简" panose="02010400000101010101" charset="-122"/>
              </a:rPr>
              <a:t>创新点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ICC0900702_北方华创_总决赛_演示视频_20250818_09390033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1155" y="0"/>
            <a:ext cx="1148969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主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91" y="730005"/>
            <a:ext cx="10369018" cy="5832000"/>
          </a:xfrm>
          <a:prstGeom prst="rect">
            <a:avLst/>
          </a:prstGeom>
        </p:spPr>
      </p:pic>
      <p:pic>
        <p:nvPicPr>
          <p:cNvPr id="2" name="图片 1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7406" y="327320"/>
            <a:ext cx="3743588" cy="234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96990" y="30759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3&quot;:[4364888],&quot;29&quot;:[5000007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4"/>
  <p:tag name="KSO_WM_UNIT_ID" val="diagram20234872_1*l_h_i*1_2_4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gradient&quot;:[{&quot;brightness&quot;:0,&quot;colorType&quot;:1,&quot;foreColorIndex&quot;:6,&quot;pos&quot;:0.05000000074505806,&quot;transparency&quot;:0},{&quot;brightness&quot;:0.4000000059604645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3"/>
  <p:tag name="KSO_WM_UNIT_ID" val="diagram20234872_1*l_h_i*1_2_3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4872_1*l_h_i*1_2_2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4872_1*l_h_i*1_2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4872_1*l_h_i*1_1_3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gradient&quot;:[{&quot;brightness&quot;:0,&quot;colorType&quot;:1,&quot;foreColorIndex&quot;:5,&quot;pos&quot;:0.05000000074505806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872_1*l_h_i*1_1_4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872_1*l_h_i*1_1_2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4872_1*l_h_i*1_1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872_1*l_h_a*1_1_1"/>
  <p:tag name="KSO_WM_TEMPLATE_CATEGORY" val="diagram"/>
  <p:tag name="KSO_WM_TEMPLATE_INDEX" val="20234872"/>
  <p:tag name="KSO_WM_UNIT_LAYERLEVEL" val="1_1_1"/>
  <p:tag name="KSO_WM_TAG_VERSION" val="3.0"/>
  <p:tag name="KSO_WM_UNIT_TEXT_FILL_TYPE" val="1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添加标题"/>
  <p:tag name="KSO_WM_UNIT_TEXT_TYPE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4872_1*l_h_a*1_2_1"/>
  <p:tag name="KSO_WM_TEMPLATE_CATEGORY" val="diagram"/>
  <p:tag name="KSO_WM_TEMPLATE_INDEX" val="20234872"/>
  <p:tag name="KSO_WM_UNIT_LAYERLEVEL" val="1_1_1"/>
  <p:tag name="KSO_WM_TAG_VERSION" val="3.0"/>
  <p:tag name="KSO_WM_UNIT_TEXT_FILL_TYPE" val="1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添加标题"/>
  <p:tag name="KSO_WM_UNIT_TEXT_TYPE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5"/>
  <p:tag name="KSO_WM_UNIT_ID" val="diagram20234872_1*l_h_i*1_1_5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5"/>
  <p:tag name="KSO_WM_UNIT_ID" val="diagram20234872_1*l_h_i*1_2_5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57*211"/>
  <p:tag name="TABLE_ENDDRAG_RECT" val="122*273*557*2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8_5*m_i*1_1"/>
  <p:tag name="KSO_WM_TEMPLATE_CATEGORY" val="diagram"/>
  <p:tag name="KSO_WM_TEMPLATE_INDEX" val="20230318"/>
  <p:tag name="KSO_WM_UNIT_LAYERLEVEL" val="1_1"/>
  <p:tag name="KSO_WM_TAG_VERSION" val="3.0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62.55015748031505,&quot;left&quot;:139.8817101094315,&quot;top&quot;:112.67496062992127,&quot;width&quot;:492.9682898905685}"/>
  <p:tag name="KSO_WM_DIAGRAM_COLOR_MATCH_VALUE" val="{&quot;shape&quot;:{&quot;fill&quot;:{&quot;gradient&quot;:[{&quot;brightness&quot;:0.6000000238418579,&quot;colorType&quot;:1,&quot;foreColorIndex&quot;:5,&quot;pos&quot;:0,&quot;transparency&quot;:0.8700000047683716},{&quot;brightness&quot;:0.4000000059604645,&quot;colorType&quot;:1,&quot;foreColorIndex&quot;:5,&quot;pos&quot;:1,&quot;transparency&quot;:0.5}],&quot;type&quot;:3},&quot;glow&quot;:{&quot;colorType&quot;:0},&quot;line&quot;:{&quot;type&quot;:0},&quot;shadow&quot;:{&quot;brightness&quot;:0.400000005960464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_BRIGHTNESS" val="0.4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USE_COLOR_VALUE" val="{&quot;color_scheme&quot;:1,&quot;theme_color_indexes&quot;:[6,7,6,7,6,7]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6918_4*m_h_a*1_5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DIAGRAM_USE_COLOR_VALUE" val="{&quot;color_scheme&quot;:1,&quot;color_type&quot;:1,&quot;theme_color_indexes&quot;:[5,6,5,6,5,6]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0.6499999761581421,&quot;transparency&quot;:0.5199999809265137},{&quot;brightness&quot;:0.800000011920929,&quot;colorType&quot;:1,&quot;foreColorIndex&quot;:5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653_2*l_h_i*1_1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653_2*l_h_a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DIAGRAM_USE_COLOR_VALUE" val="{&quot;color_scheme&quot;:1,&quot;color_type&quot;:1,&quot;theme_color_indexes&quot;:[]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653_2*l_h_i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800000011920929,&quot;colorType&quot;:1,&quot;foreColorIndex&quot;:8,&quot;pos&quot;:0,&quot;transparency&quot;:1},{&quot;brightness&quot;:0.800000011920929,&quot;colorType&quot;:1,&quot;foreColorIndex&quot;:8,&quot;pos&quot;:0.6499999761581421,&quot;transparency&quot;:0.5199999809265137},{&quot;brightness&quot;:0.800000011920929,&quot;colorType&quot;:1,&quot;foreColorIndex&quot;:8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653_2*l_h_i*1_2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653_2*l_h_a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DIAGRAM_USE_COLOR_VALUE" val="{&quot;color_scheme&quot;:1,&quot;color_type&quot;:1,&quot;theme_color_indexes&quot;:[]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653_2*l_h_i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0.6499999761581421,&quot;transparency&quot;:0.5199999809265137},{&quot;brightness&quot;:0.800000011920929,&quot;colorType&quot;:1,&quot;foreColorIndex&quot;:5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653_2*l_h_i*1_3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653_2*l_h_a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DIAGRAM_USE_COLOR_VALUE" val="{&quot;color_scheme&quot;:1,&quot;color_type&quot;:1,&quot;theme_color_indexes&quot;:[]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653_2*l_h_i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653_2*l_h_i*1_1_1"/>
  <p:tag name="KSO_WM_TEMPLATE_CATEGORY" val="diagram"/>
  <p:tag name="KSO_WM_TEMPLATE_INDEX" val="20231653"/>
  <p:tag name="KSO_WM_UNIT_LAYERLEVEL" val="1_1_1"/>
  <p:tag name="KSO_WM_TAG_VERSION" val="3.0"/>
  <p:tag name="KSO_WM_UNIT_FILL_TYPE" val="3"/>
  <p:tag name="KSO_WM_DIAGRAM_USE_COLOR_VALUE" val="{&quot;color_scheme&quot;:1,&quot;color_type&quot;:1,&quot;theme_color_indexes&quot;:[]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653_2*l_h_i*1_1_1"/>
  <p:tag name="KSO_WM_TEMPLATE_CATEGORY" val="diagram"/>
  <p:tag name="KSO_WM_TEMPLATE_INDEX" val="20231653"/>
  <p:tag name="KSO_WM_UNIT_LAYERLEVEL" val="1_1_1"/>
  <p:tag name="KSO_WM_TAG_VERSION" val="3.0"/>
  <p:tag name="KSO_WM_UNIT_FILL_TYPE" val="3"/>
  <p:tag name="KSO_WM_DIAGRAM_USE_COLOR_VALUE" val="{&quot;color_scheme&quot;:1,&quot;color_type&quot;:1,&quot;theme_color_indexes&quot;:[]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4*m_i*1_1"/>
  <p:tag name="KSO_WM_TEMPLATE_CATEGORY" val="diagram"/>
  <p:tag name="KSO_WM_TEMPLATE_INDEX" val="20236918"/>
  <p:tag name="KSO_WM_UNIT_LAYERLEVEL" val="1_1"/>
  <p:tag name="KSO_WM_TAG_VERSION" val="3.0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1,&quot;transparency&quot;:0.6000000238418579},{&quot;brightness&quot;:0,&quot;colorType&quot;:1,&quot;foreColorIndex&quot;:5,&quot;pos&quot;:0.4699999988079071,&quot;transparency&quot;:0.800000011920929},{&quot;brightness&quot;:0,&quot;colorType&quot;:1,&quot;foreColorIndex&quot;:5,&quot;pos&quot;:0,&quot;transparency&quot;:1}],&quot;type&quot;:3},&quot;glow&quot;:{&quot;colorType&quot;:0},&quot;line&quot;:{&quot;gradient&quot;:[{&quot;brightness&quot;:0,&quot;colorType&quot;:1,&quot;foreColorIndex&quot;:5,&quot;pos&quot;:0.6800000071525574,&quot;transparency&quot;:0},{&quot;brightness&quot;:0,&quot;colorType&quot;:1,&quot;foreColorIndex&quot;:5,&quot;pos&quot;:0.33000001311302185,&quot;transparency&quot;:0.6000000238418579},{&quot;brightness&quot;:0,&quot;colorType&quot;:1,&quot;foreColorIndex&quot;:5,&quot;pos&quot;:0,&quot;transparency&quot;:1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33"/>
  <p:tag name="KSO_WM_UNIT_LINE_FORE_SCHEMECOLOR_INDEX_2_TRANS" val="0.6"/>
  <p:tag name="KSO_WM_UNIT_LINE_FORE_SCHEMECOLOR_INDEX_3_BRIGHTNESS" val="0"/>
  <p:tag name="KSO_WM_UNIT_LINE_FORE_SCHEMECOLOR_INDEX_3" val="5"/>
  <p:tag name="KSO_WM_UNIT_LINE_FORE_SCHEMECOLOR_INDEX_3_POS" val="0.68"/>
  <p:tag name="KSO_WM_UNIT_LINE_FORE_SCHEMECOLOR_INDEX_3_TRANS" val="0"/>
  <p:tag name="KSO_WM_UNIT_LINE_FORE_SCHEMECOLOR_INDEX_4_BRIGHTNESS" val="0"/>
  <p:tag name="KSO_WM_UNIT_LINE_FORE_SCHEMECOLOR_INDEX_4" val="5"/>
  <p:tag name="KSO_WM_UNIT_LINE_FORE_SCHEMECOLOR_INDEX_4_POS" val="1"/>
  <p:tag name="KSO_WM_UNIT_LINE_FORE_SCHEMECOLOR_INDEX_4_TRANS" val="1"/>
  <p:tag name="KSO_WM_UNIT_LINE_GRADIENT_TYPE" val="0"/>
  <p:tag name="KSO_WM_UNIT_LINE_GRADIENT_ANGLE" val="0"/>
  <p:tag name="KSO_WM_UNIT_LINE_GRADIENT_DIRECTION" val="3"/>
  <p:tag name="KSO_WM_UNIT_LINE_FILL_TYPE" val="5"/>
  <p:tag name="KSO_WM_UNIT_USESOURCEFORMAT_APPLY" val="1"/>
  <p:tag name="KSO_WM_DIAGRAM_USE_COLOR_VALUE" val="{&quot;color_scheme&quot;:1,&quot;color_type&quot;:1,&quot;theme_color_indexes&quot;:[5,6,5,6,5,6]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6918_4*m_h_i*1_2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SHADOW_SCHEMECOLOR_INDEX_BRIGHTNESS" val="-0.25"/>
  <p:tag name="KSO_WM_UNIT_TEXT_SHADOW_SCHEMECOLOR_INDEX" val="5"/>
  <p:tag name="KSO_WM_UNIT_USESOURCEFORMAT_APPLY" val="1"/>
  <p:tag name="KSO_WM_DIAGRAM_USE_COLOR_VALUE" val="{&quot;color_scheme&quot;:1,&quot;color_type&quot;:1,&quot;theme_color_indexes&quot;:[5,6,5,6,5,6]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6918_4*m_h_i*1_3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SHADOW_SCHEMECOLOR_INDEX_BRIGHTNESS" val="-0.25"/>
  <p:tag name="KSO_WM_UNIT_TEXT_SHADOW_SCHEMECOLOR_INDEX" val="5"/>
  <p:tag name="KSO_WM_UNIT_USESOURCEFORMAT_APPLY" val="1"/>
  <p:tag name="KSO_WM_DIAGRAM_USE_COLOR_VALUE" val="{&quot;color_scheme&quot;:1,&quot;color_type&quot;:1,&quot;theme_color_indexes&quot;:[5,6,5,6,5,6]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6918_4*m_h_i*1_4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SHADOW_SCHEMECOLOR_INDEX_BRIGHTNESS" val="-0.25"/>
  <p:tag name="KSO_WM_UNIT_TEXT_SHADOW_SCHEMECOLOR_INDEX" val="5"/>
  <p:tag name="KSO_WM_UNIT_USESOURCEFORMAT_APPLY" val="1"/>
  <p:tag name="KSO_WM_DIAGRAM_USE_COLOR_VALUE" val="{&quot;color_scheme&quot;:1,&quot;color_type&quot;:1,&quot;theme_color_indexes&quot;:[5,6,5,6,5,6]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SHADOW_SCHEMECOLOR_INDEX_BRIGHTNESS" val="-0.25"/>
  <p:tag name="KSO_WM_UNIT_TEXT_SHADOW_SCHEMECOLOR_INDEX" val="5"/>
  <p:tag name="KSO_WM_UNIT_USESOURCEFORMAT_APPLY" val="1"/>
  <p:tag name="KSO_WM_DIAGRAM_USE_COLOR_VALUE" val="{&quot;color_scheme&quot;:1,&quot;color_type&quot;:1,&quot;theme_color_indexes&quot;:[5,6,5,6,5,6]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6918_4*m_h_i*1_5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SHADOW_SCHEMECOLOR_INDEX_BRIGHTNESS" val="-0.25"/>
  <p:tag name="KSO_WM_UNIT_TEXT_SHADOW_SCHEMECOLOR_INDEX" val="5"/>
  <p:tag name="KSO_WM_UNIT_USESOURCEFORMAT_APPLY" val="1"/>
  <p:tag name="KSO_WM_DIAGRAM_USE_COLOR_VALUE" val="{&quot;color_scheme&quot;:1,&quot;color_type&quot;:1,&quot;theme_color_indexes&quot;:[5,6,5,6,5,6]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4*m_i*1_1"/>
  <p:tag name="KSO_WM_TEMPLATE_CATEGORY" val="diagram"/>
  <p:tag name="KSO_WM_TEMPLATE_INDEX" val="20236918"/>
  <p:tag name="KSO_WM_UNIT_LAYERLEVEL" val="1_1"/>
  <p:tag name="KSO_WM_TAG_VERSION" val="3.0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1,&quot;transparency&quot;:0.6000000238418579},{&quot;brightness&quot;:0,&quot;colorType&quot;:1,&quot;foreColorIndex&quot;:5,&quot;pos&quot;:0.4699999988079071,&quot;transparency&quot;:0.800000011920929},{&quot;brightness&quot;:0,&quot;colorType&quot;:1,&quot;foreColorIndex&quot;:5,&quot;pos&quot;:0,&quot;transparency&quot;:1}],&quot;type&quot;:3},&quot;glow&quot;:{&quot;colorType&quot;:0},&quot;line&quot;:{&quot;gradient&quot;:[{&quot;brightness&quot;:0,&quot;colorType&quot;:1,&quot;foreColorIndex&quot;:5,&quot;pos&quot;:0.6800000071525574,&quot;transparency&quot;:0},{&quot;brightness&quot;:0,&quot;colorType&quot;:1,&quot;foreColorIndex&quot;:5,&quot;pos&quot;:0.33000001311302185,&quot;transparency&quot;:0.6000000238418579},{&quot;brightness&quot;:0,&quot;colorType&quot;:1,&quot;foreColorIndex&quot;:5,&quot;pos&quot;:0,&quot;transparency&quot;:1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33"/>
  <p:tag name="KSO_WM_UNIT_LINE_FORE_SCHEMECOLOR_INDEX_2_TRANS" val="0.6"/>
  <p:tag name="KSO_WM_UNIT_LINE_FORE_SCHEMECOLOR_INDEX_3_BRIGHTNESS" val="0"/>
  <p:tag name="KSO_WM_UNIT_LINE_FORE_SCHEMECOLOR_INDEX_3" val="5"/>
  <p:tag name="KSO_WM_UNIT_LINE_FORE_SCHEMECOLOR_INDEX_3_POS" val="0.68"/>
  <p:tag name="KSO_WM_UNIT_LINE_FORE_SCHEMECOLOR_INDEX_3_TRANS" val="0"/>
  <p:tag name="KSO_WM_UNIT_LINE_FORE_SCHEMECOLOR_INDEX_4_BRIGHTNESS" val="0"/>
  <p:tag name="KSO_WM_UNIT_LINE_FORE_SCHEMECOLOR_INDEX_4" val="5"/>
  <p:tag name="KSO_WM_UNIT_LINE_FORE_SCHEMECOLOR_INDEX_4_POS" val="1"/>
  <p:tag name="KSO_WM_UNIT_LINE_FORE_SCHEMECOLOR_INDEX_4_TRANS" val="1"/>
  <p:tag name="KSO_WM_UNIT_LINE_GRADIENT_TYPE" val="0"/>
  <p:tag name="KSO_WM_UNIT_LINE_GRADIENT_ANGLE" val="0"/>
  <p:tag name="KSO_WM_UNIT_LINE_GRADIENT_DIRECTION" val="3"/>
  <p:tag name="KSO_WM_UNIT_LINE_FILL_TYPE" val="5"/>
  <p:tag name="KSO_WM_UNIT_USESOURCEFORMAT_APPLY" val="1"/>
  <p:tag name="KSO_WM_DIAGRAM_USE_COLOR_VALUE" val="{&quot;color_scheme&quot;:1,&quot;color_type&quot;:1,&quot;theme_color_indexes&quot;:[5,6,5,6,5,6]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26872,21602143,21564772],&quot;65&quot;:[20205081],&quot;70&quot;:[3331400]}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34927_2*q_h_i*1_1_1"/>
  <p:tag name="KSO_WM_TEMPLATE_CATEGORY" val="diagram"/>
  <p:tag name="KSO_WM_TEMPLATE_INDEX" val="2023492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4000000059604645},{&quot;brightness&quot;:0,&quot;colorType&quot;:1,&quot;foreColorIndex&quot;:5,&quot;pos&quot;:0.80000001192092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1"/>
  <p:tag name="KSO_WM_UNIT_ID" val="diagram20234927_2*q_h_i*1_2_1"/>
  <p:tag name="KSO_WM_TEMPLATE_CATEGORY" val="diagram"/>
  <p:tag name="KSO_WM_TEMPLATE_INDEX" val="2023492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gradient&quot;:[{&quot;brightness&quot;:0,&quot;colorType&quot;:1,&quot;foreColorIndex&quot;:6,&quot;pos&quot;:0,&quot;transparency&quot;:0.6000000238418579},{&quot;brightness&quot;:0,&quot;colorType&quot;:1,&quot;foreColorIndex&quot;:6,&quot;pos&quot;:0.80000001192092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34927_2*q_h_i*1_3_1"/>
  <p:tag name="KSO_WM_TEMPLATE_CATEGORY" val="diagram"/>
  <p:tag name="KSO_WM_TEMPLATE_INDEX" val="2023492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gradient&quot;:[{&quot;brightness&quot;:0,&quot;colorType&quot;:1,&quot;foreColorIndex&quot;:7,&quot;pos&quot;:0,&quot;transparency&quot;:0.4000000059604645},{&quot;brightness&quot;:0,&quot;colorType&quot;:1,&quot;foreColorIndex&quot;:7,&quot;pos&quot;:0.80000001192092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1_1"/>
  <p:tag name="KSO_WM_UNIT_ID" val="diagram20234927_2*q_h_f*1_1_1"/>
  <p:tag name="KSO_WM_TEMPLATE_CATEGORY" val="diagram"/>
  <p:tag name="KSO_WM_TEMPLATE_INDEX" val="20234927"/>
  <p:tag name="KSO_WM_UNIT_LAYERLEVEL" val="1_1_1"/>
  <p:tag name="KSO_WM_TAG_VERSION" val="3.0"/>
  <p:tag name="KSO_WM_UNIT_TEXT_FILL_FORE_SCHEMECOLOR_INDEX_BRIGHTNESS" val="0.25"/>
  <p:tag name="KSO_WM_DIAGRAM_VERSION" val="3"/>
  <p:tag name="KSO_WM_DIAGRAM_COLOR_TRICK" val="4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2_1"/>
  <p:tag name="KSO_WM_UNIT_ID" val="diagram20234927_2*q_h_f*1_2_1"/>
  <p:tag name="KSO_WM_TEMPLATE_CATEGORY" val="diagram"/>
  <p:tag name="KSO_WM_TEMPLATE_INDEX" val="20234927"/>
  <p:tag name="KSO_WM_UNIT_LAYERLEVEL" val="1_1_1"/>
  <p:tag name="KSO_WM_TAG_VERSION" val="3.0"/>
  <p:tag name="KSO_WM_UNIT_TEXT_FILL_FORE_SCHEMECOLOR_INDEX_BRIGHTNESS" val="0.25"/>
  <p:tag name="KSO_WM_DIAGRAM_VERSION" val="3"/>
  <p:tag name="KSO_WM_DIAGRAM_COLOR_TRICK" val="4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3_1"/>
  <p:tag name="KSO_WM_UNIT_ID" val="diagram20234927_2*q_h_f*1_3_1"/>
  <p:tag name="KSO_WM_TEMPLATE_CATEGORY" val="diagram"/>
  <p:tag name="KSO_WM_TEMPLATE_INDEX" val="20234927"/>
  <p:tag name="KSO_WM_UNIT_LAYERLEVEL" val="1_1_1"/>
  <p:tag name="KSO_WM_TAG_VERSION" val="3.0"/>
  <p:tag name="KSO_WM_UNIT_TEXT_FILL_FORE_SCHEMECOLOR_INDEX_BRIGHTNESS" val="0.25"/>
  <p:tag name="KSO_WM_DIAGRAM_VERSION" val="3"/>
  <p:tag name="KSO_WM_DIAGRAM_COLOR_TRICK" val="4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34927_2*q_h_a*1_1_1"/>
  <p:tag name="KSO_WM_TEMPLATE_CATEGORY" val="diagram"/>
  <p:tag name="KSO_WM_TEMPLATE_INDEX" val="2023492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3_1"/>
  <p:tag name="KSO_WM_UNIT_ID" val="diagram20234927_2*q_h_a*1_3_1"/>
  <p:tag name="KSO_WM_TEMPLATE_CATEGORY" val="diagram"/>
  <p:tag name="KSO_WM_TEMPLATE_INDEX" val="2023492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BEAUTIFY_FLAG" val="#wm#"/>
  <p:tag name="KSO_WM_UNIT_VALUE" val="12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2_1"/>
  <p:tag name="KSO_WM_UNIT_ID" val="diagram20234927_2*q_h_a*1_2_1"/>
  <p:tag name="KSO_WM_TEMPLATE_CATEGORY" val="diagram"/>
  <p:tag name="KSO_WM_TEMPLATE_INDEX" val="2023492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BEAUTIFY_FLAG" val="#wm#"/>
  <p:tag name="KSO_WM_UNIT_VALUE" val="12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4*352"/>
  <p:tag name="TABLE_ENDDRAG_RECT" val="143*76*674*352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6*58"/>
  <p:tag name="TABLE_ENDDRAG_RECT" val="118*432*676*58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2179,50029937,20201638],&quot;13&quot;:[19965469,20481828],&quot;65&quot;:[20205081]}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4*413"/>
  <p:tag name="TABLE_ENDDRAG_RECT" val="449*82*504*413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82*342"/>
  <p:tag name="TABLE_ENDDRAG_RECT" val="6*62*482*342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6*53"/>
  <p:tag name="TABLE_ENDDRAG_RECT" val="30*423*456*53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27*200"/>
  <p:tag name="TABLE_ENDDRAG_RECT" val="23*285*427*200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84*168"/>
  <p:tag name="TABLE_ENDDRAG_RECT" val="466*313*484*168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5019_1*n_h_i*1_1_2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gradient&quot;:[{&quot;brightness&quot;:0,&quot;colorType&quot;:1,&quot;foreColorIndex&quot;:5,&quot;pos&quot;:0.3700000047683716,&quot;transparency&quot;:0.8700000047683716},{&quot;brightness&quot;:0,&quot;colorType&quot;:1,&quot;foreColorIndex&quot;:5,&quot;pos&quot;:0,&quot;transparency&quot;:1},{&quot;brightness&quot;:0,&quot;colorType&quot;:1,&quot;foreColorIndex&quot;:5,&quot;pos&quot;:1,&quot;transparency&quot;:1}],&quot;type&quot;:3},&quot;glow&quot;:{&quot;colorType&quot;:0},&quot;line&quot;:{&quot;gradient&quot;:[{&quot;brightness&quot;:0.4000000059604645,&quot;colorType&quot;:1,&quot;foreColorIndex&quot;:5,&quot;pos&quot;:0,&quot;transparency&quot;:0},{&quot;brightness&quot;:0,&quot;colorType&quot;:1,&quot;foreColorIndex&quot;:5,&quot;pos&quot;:0.6000000238418579,&quot;transparency&quot;:1},{&quot;brightness&quot;:0,&quot;colorType&quot;:1,&quot;foreColorIndex&quot;:5,&quot;pos&quot;:0.4099999964237213,&quot;transparency&quot;:1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4"/>
  <p:tag name="KSO_WM_UNIT_ID" val="diagram20235019_1*n_h_i*1_1_4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gradient&quot;:[{&quot;brightness&quot;:0.4000000059604645,&quot;colorType&quot;:1,&quot;foreColorIndex&quot;:5,&quot;pos&quot;:0.36000001430511475,&quot;transparency&quot;:1},{&quot;brightness&quot;:0.4000000059604645,&quot;colorType&quot;:1,&quot;foreColorIndex&quot;:5,&quot;pos&quot;:1,&quot;transparency&quot;:0.8999999761581421}],&quot;type&quot;:3},&quot;glow&quot;:{&quot;colorType&quot;:0},&quot;line&quot;:{&quot;gradient&quot;:[{&quot;brightness&quot;:0,&quot;colorType&quot;:1,&quot;foreColorIndex&quot;:5,&quot;pos&quot;:0.1899999976158142,&quot;transparency&quot;:1},{&quot;brightness&quot;:0.4000000059604645,&quot;colorType&quot;:1,&quot;foreColorIndex&quot;:5,&quot;pos&quot;:1,&quot;transparency&quot;:0.009999999776482582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8"/>
  <p:tag name="KSO_WM_UNIT_ID" val="diagram20235019_1*n_h_i*1_1_8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gradient&quot;:[{&quot;brightness&quot;:0,&quot;colorType&quot;:1,&quot;foreColorIndex&quot;:5,&quot;pos&quot;:0.5099999904632568,&quot;transparency&quot;:1},{&quot;brightness&quot;:0,&quot;colorType&quot;:1,&quot;foreColorIndex&quot;:5,&quot;pos&quot;:0,&quot;transparency&quot;:1},{&quot;brightness&quot;:0,&quot;colorType&quot;:1,&quot;foreColorIndex&quot;:5,&quot;pos&quot;:1,&quot;transparency&quot;:0.620000004768371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5019_1*n_h_i*1_1_1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gradient&quot;:[{&quot;brightness&quot;:0,&quot;colorType&quot;:1,&quot;foreColorIndex&quot;:5,&quot;pos&quot;:0.18000000715255737,&quot;transparency&quot;:1},{&quot;brightness&quot;:0,&quot;colorType&quot;:1,&quot;foreColorIndex&quot;:5,&quot;pos&quot;:1,&quot;transparency&quot;:0.6800000071525574}],&quot;type&quot;:3},&quot;glow&quot;:{&quot;colorType&quot;:0},&quot;line&quot;:{&quot;gradient&quot;:[{&quot;brightness&quot;:0,&quot;colorType&quot;:1,&quot;foreColorIndex&quot;:5,&quot;pos&quot;:0.2199999988079071,&quot;transparency&quot;:1},{&quot;brightness&quot;:0,&quot;colorType&quot;:1,&quot;foreColorIndex&quot;:5,&quot;pos&quot;:0.5,&quot;transparency&quot;:0.9100000262260437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5019_1*n_h_h_f*1_2_1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5019_1*n_h_h_a*1_2_1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5,&quot;transparency&quot;:0},{&quot;brightness&quot;:0.75,&quot;colorType&quot;:1,&quot;foreColorIndex&quot;:5,&quot;pos&quot;:0,&quot;transparency&quot;:0},{&quot;brightness&quot;:-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3"/>
  <p:tag name="KSO_WM_UNIT_ID" val="diagram20235019_1*n_h_i*1_1_3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gradient&quot;:[{&quot;brightness&quot;:0,&quot;colorType&quot;:1,&quot;foreColorIndex&quot;:5,&quot;pos&quot;:0.6899999976158142,&quot;transparency&quot;:0.44999998807907104},{&quot;brightness&quot;:0.4000000059604645,&quot;colorType&quot;:1,&quot;foreColorIndex&quot;:5,&quot;pos&quot;:0,&quot;transparency&quot;:0.6600000262260437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7"/>
  <p:tag name="KSO_WM_UNIT_ID" val="diagram20235019_1*n_h_i*1_1_7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2199999988079071,&quot;transparency&quot;:1},{&quot;brightness&quot;:0,&quot;colorType&quot;:1,&quot;foreColorIndex&quot;:5,&quot;pos&quot;:0.5,&quot;transparency&quot;:0.5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5"/>
  <p:tag name="KSO_WM_UNIT_ID" val="diagram20235019_1*n_h_i*1_1_5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2199999988079071,&quot;transparency&quot;:1},{&quot;brightness&quot;:0,&quot;colorType&quot;:1,&quot;foreColorIndex&quot;:5,&quot;pos&quot;:0.5,&quot;transparency&quot;:0.9300000071525574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5019_1*n_h_h_f*1_2_3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5019_1*n_h_h_a*1_2_3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5,&quot;transparency&quot;:0},{&quot;brightness&quot;:0.75,&quot;colorType&quot;:1,&quot;foreColorIndex&quot;:5,&quot;pos&quot;:0,&quot;transparency&quot;:0},{&quot;brightness&quot;:-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6"/>
  <p:tag name="KSO_WM_UNIT_ID" val="diagram20235019_1*n_h_i*1_1_6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gradient&quot;:[{&quot;brightness&quot;:0,&quot;colorType&quot;:2,&quot;pos&quot;:0.5099999904632568,&quot;rgb&quot;:&quot;#0282fa&quot;,&quot;transparency&quot;:1},{&quot;brightness&quot;:0,&quot;colorType&quot;:1,&quot;foreColorIndex&quot;:5,&quot;pos&quot;:0,&quot;transparency&quot;:1},{&quot;brightness&quot;:0,&quot;colorType&quot;:1,&quot;foreColorIndex&quot;:5,&quot;pos&quot;:1,&quot;transparency&quot;:0.829999983310699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5019_1*n_h_h_i*1_2_1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6899999976158142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35019_1*n_h_h_i*1_2_3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6899999976158142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5019_1*n_h_h_f*1_2_2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5019_1*n_h_h_a*1_2_2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5,&quot;transparency&quot;:0},{&quot;brightness&quot;:0.75,&quot;colorType&quot;:1,&quot;foreColorIndex&quot;:5,&quot;pos&quot;:0,&quot;transparency&quot;:0},{&quot;brightness&quot;:-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5019_1*n_h_h_f*1_2_4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4_1"/>
  <p:tag name="KSO_WM_UNIT_ID" val="diagram20235019_1*n_h_h_a*1_2_4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5,&quot;transparency&quot;:0},{&quot;brightness&quot;:0.75,&quot;colorType&quot;:1,&quot;foreColorIndex&quot;:5,&quot;pos&quot;:0,&quot;transparency&quot;:0},{&quot;brightness&quot;:-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5019_1*n_h_h_i*1_2_2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6899999976158142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4_1"/>
  <p:tag name="KSO_WM_UNIT_ID" val="diagram20235019_1*n_h_h_i*1_2_4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6899999976158142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UNIT_ID" val="diagram20235019_1*n_h_a*1_1_1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1601</Words>
  <Application>Microsoft Office PowerPoint</Application>
  <PresentationFormat>宽屏</PresentationFormat>
  <Paragraphs>548</Paragraphs>
  <Slides>17</Slides>
  <Notes>3</Notes>
  <HiddenSlides>0</HiddenSlides>
  <MMClips>1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8" baseType="lpstr">
      <vt:lpstr>汉仪铸字美心体简</vt:lpstr>
      <vt:lpstr>Calibri</vt:lpstr>
      <vt:lpstr>华文行楷</vt:lpstr>
      <vt:lpstr>AR Verdure Sans Demibold</vt:lpstr>
      <vt:lpstr>金山云技术体</vt:lpstr>
      <vt:lpstr>标准粗黑</vt:lpstr>
      <vt:lpstr>Times New Roman</vt:lpstr>
      <vt:lpstr>Parisian Regular</vt:lpstr>
      <vt:lpstr>汉仪菱心体简</vt:lpstr>
      <vt:lpstr>汉仪雅酷黑简</vt:lpstr>
      <vt:lpstr>微软雅黑</vt:lpstr>
      <vt:lpstr>Arial</vt:lpstr>
      <vt:lpstr>汉仪粗圆简</vt:lpstr>
      <vt:lpstr>华文中宋</vt:lpstr>
      <vt:lpstr>Wingdings</vt:lpstr>
      <vt:lpstr>仓耳玄三M W05</vt:lpstr>
      <vt:lpstr>汉仪汉黑简</vt:lpstr>
      <vt:lpstr>WPS</vt:lpstr>
      <vt:lpstr>Equation</vt:lpstr>
      <vt:lpstr>MathType 7.0 Equation</vt:lpstr>
      <vt:lpstr>WPS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ZIHENG</dc:creator>
  <cp:lastModifiedBy>光流成河 月</cp:lastModifiedBy>
  <cp:revision>375</cp:revision>
  <dcterms:created xsi:type="dcterms:W3CDTF">2019-06-19T02:08:00Z</dcterms:created>
  <dcterms:modified xsi:type="dcterms:W3CDTF">2025-08-19T00:59:32Z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EDA342FFEE334450B0AE78F6967E07F7_13</vt:lpwstr>
  </property>
</Properties>
</file>