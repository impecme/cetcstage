
<file path=[Content_Types].xml><?xml version="1.0" encoding="utf-8"?>
<ns0:Types xmlns:ns0="http://schemas.openxmlformats.org/package/2006/content-types">
  <ns0:Default Extension="bin" ContentType="application/vnd.openxmlformats-officedocument.oleObject"/>
  <ns0:Default Extension="emf" ContentType="image/x-emf"/>
  <ns0:Default Extension="fntdata" ContentType="application/x-fontdata"/>
  <ns0:Default Extension="mp4" ContentType="video/mp4"/>
  <ns0:Default Extension="png" ContentType="image/png"/>
  <ns0:Default Extension="rels" ContentType="application/vnd.openxmlformats-package.relationships+xml"/>
  <ns0:Default Extension="svg" ContentType="image/svg+xml"/>
  <ns0:Default Extension="tiff" ContentType="image/tiff"/>
  <ns0:Default Extension="wdp" ContentType="image/vnd.ms-photo"/>
  <ns0:Default Extension="wmf" ContentType="image/x-wmf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notesMasters/notesMaster1.xml" ContentType="application/vnd.openxmlformats-officedocument.presentationml.notesMaster+xml"/>
  <ns0:Override PartName="/ppt/handoutMasters/handoutMaster1.xml" ContentType="application/vnd.openxmlformats-officedocument.presentationml.handoutMaster+xml"/>
  <ns0:Override PartName="/ppt/tags/tag1.xml" ContentType="application/vnd.openxmlformats-officedocument.presentationml.tags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tags/tag2.xml" ContentType="application/vnd.openxmlformats-officedocument.presentationml.tags+xml"/>
  <ns0:Override PartName="/ppt/tags/tag3.xml" ContentType="application/vnd.openxmlformats-officedocument.presentationml.tags+xml"/>
  <ns0:Override PartName="/ppt/tags/tag4.xml" ContentType="application/vnd.openxmlformats-officedocument.presentationml.tags+xml"/>
  <ns0:Override PartName="/ppt/tags/tag5.xml" ContentType="application/vnd.openxmlformats-officedocument.presentationml.tags+xml"/>
  <ns0:Override PartName="/ppt/tags/tag6.xml" ContentType="application/vnd.openxmlformats-officedocument.presentationml.tags+xml"/>
  <ns0:Override PartName="/ppt/tags/tag7.xml" ContentType="application/vnd.openxmlformats-officedocument.presentationml.tags+xml"/>
  <ns0:Override PartName="/ppt/tags/tag8.xml" ContentType="application/vnd.openxmlformats-officedocument.presentationml.tags+xml"/>
  <ns0:Override PartName="/ppt/tags/tag9.xml" ContentType="application/vnd.openxmlformats-officedocument.presentationml.tags+xml"/>
  <ns0:Override PartName="/ppt/tags/tag10.xml" ContentType="application/vnd.openxmlformats-officedocument.presentationml.tags+xml"/>
  <ns0:Override PartName="/ppt/tags/tag11.xml" ContentType="application/vnd.openxmlformats-officedocument.presentationml.tags+xml"/>
  <ns0:Override PartName="/ppt/tags/tag12.xml" ContentType="application/vnd.openxmlformats-officedocument.presentationml.tags+xml"/>
  <ns0:Override PartName="/ppt/tags/tag13.xml" ContentType="application/vnd.openxmlformats-officedocument.presentationml.tags+xml"/>
  <ns0:Override PartName="/ppt/tags/tag14.xml" ContentType="application/vnd.openxmlformats-officedocument.presentationml.tags+xml"/>
  <ns0:Override PartName="/ppt/tags/tag15.xml" ContentType="application/vnd.openxmlformats-officedocument.presentationml.tags+xml"/>
  <ns0:Override PartName="/ppt/tags/tag16.xml" ContentType="application/vnd.openxmlformats-officedocument.presentationml.tags+xml"/>
  <ns0:Override PartName="/ppt/tags/tag17.xml" ContentType="application/vnd.openxmlformats-officedocument.presentationml.tags+xml"/>
  <ns0:Override PartName="/ppt/tags/tag18.xml" ContentType="application/vnd.openxmlformats-officedocument.presentationml.tags+xml"/>
  <ns0:Override PartName="/ppt/tags/tag19.xml" ContentType="application/vnd.openxmlformats-officedocument.presentationml.tags+xml"/>
  <ns0:Override PartName="/ppt/tags/tag20.xml" ContentType="application/vnd.openxmlformats-officedocument.presentationml.tags+xml"/>
  <ns0:Override PartName="/ppt/tags/tag21.xml" ContentType="application/vnd.openxmlformats-officedocument.presentationml.tags+xml"/>
  <ns0:Override PartName="/ppt/tags/tag22.xml" ContentType="application/vnd.openxmlformats-officedocument.presentationml.tags+xml"/>
  <ns0:Override PartName="/ppt/tags/tag23.xml" ContentType="application/vnd.openxmlformats-officedocument.presentationml.tags+xml"/>
  <ns0:Override PartName="/ppt/tags/tag24.xml" ContentType="application/vnd.openxmlformats-officedocument.presentationml.tags+xml"/>
  <ns0:Override PartName="/ppt/tags/tag25.xml" ContentType="application/vnd.openxmlformats-officedocument.presentationml.tags+xml"/>
  <ns0:Override PartName="/ppt/tags/tag26.xml" ContentType="application/vnd.openxmlformats-officedocument.presentationml.tags+xml"/>
  <ns0:Override PartName="/ppt/tags/tag27.xml" ContentType="application/vnd.openxmlformats-officedocument.presentationml.tags+xml"/>
  <ns0:Override PartName="/ppt/tags/tag28.xml" ContentType="application/vnd.openxmlformats-officedocument.presentationml.tags+xml"/>
  <ns0:Override PartName="/ppt/tags/tag29.xml" ContentType="application/vnd.openxmlformats-officedocument.presentationml.tags+xml"/>
  <ns0:Override PartName="/ppt/tags/tag30.xml" ContentType="application/vnd.openxmlformats-officedocument.presentationml.tags+xml"/>
  <ns0:Override PartName="/ppt/tags/tag31.xml" ContentType="application/vnd.openxmlformats-officedocument.presentationml.tags+xml"/>
  <ns0:Override PartName="/ppt/tags/tag32.xml" ContentType="application/vnd.openxmlformats-officedocument.presentationml.tags+xml"/>
  <ns0:Override PartName="/ppt/tags/tag33.xml" ContentType="application/vnd.openxmlformats-officedocument.presentationml.tags+xml"/>
  <ns0:Override PartName="/ppt/tags/tag34.xml" ContentType="application/vnd.openxmlformats-officedocument.presentationml.tags+xml"/>
  <ns0:Override PartName="/ppt/tags/tag35.xml" ContentType="application/vnd.openxmlformats-officedocument.presentationml.tags+xml"/>
  <ns0:Override PartName="/ppt/tags/tag36.xml" ContentType="application/vnd.openxmlformats-officedocument.presentationml.tags+xml"/>
  <ns0:Override PartName="/ppt/tags/tag37.xml" ContentType="application/vnd.openxmlformats-officedocument.presentationml.tags+xml"/>
  <ns0:Override PartName="/ppt/tags/tag38.xml" ContentType="application/vnd.openxmlformats-officedocument.presentationml.tags+xml"/>
  <ns0:Override PartName="/ppt/tags/tag39.xml" ContentType="application/vnd.openxmlformats-officedocument.presentationml.tags+xml"/>
  <ns0:Override PartName="/ppt/tags/tag40.xml" ContentType="application/vnd.openxmlformats-officedocument.presentationml.tags+xml"/>
  <ns0:Override PartName="/ppt/tags/tag41.xml" ContentType="application/vnd.openxmlformats-officedocument.presentationml.tags+xml"/>
  <ns0:Override PartName="/ppt/tags/tag42.xml" ContentType="application/vnd.openxmlformats-officedocument.presentationml.tags+xml"/>
  <ns0:Override PartName="/ppt/tags/tag43.xml" ContentType="application/vnd.openxmlformats-officedocument.presentationml.tags+xml"/>
  <ns0:Override PartName="/ppt/tags/tag44.xml" ContentType="application/vnd.openxmlformats-officedocument.presentationml.tags+xml"/>
  <ns0:Override PartName="/ppt/tags/tag45.xml" ContentType="application/vnd.openxmlformats-officedocument.presentationml.tags+xml"/>
  <ns0:Override PartName="/ppt/tags/tag46.xml" ContentType="application/vnd.openxmlformats-officedocument.presentationml.tags+xml"/>
  <ns0:Override PartName="/ppt/tags/tag47.xml" ContentType="application/vnd.openxmlformats-officedocument.presentationml.tags+xml"/>
  <ns0:Override PartName="/ppt/tags/tag48.xml" ContentType="application/vnd.openxmlformats-officedocument.presentationml.tags+xml"/>
  <ns0:Override PartName="/ppt/tags/tag49.xml" ContentType="application/vnd.openxmlformats-officedocument.presentationml.tags+xml"/>
  <ns0:Override PartName="/ppt/tags/tag50.xml" ContentType="application/vnd.openxmlformats-officedocument.presentationml.tags+xml"/>
  <ns0:Override PartName="/ppt/tags/tag51.xml" ContentType="application/vnd.openxmlformats-officedocument.presentationml.tags+xml"/>
  <ns0:Override PartName="/ppt/tags/tag52.xml" ContentType="application/vnd.openxmlformats-officedocument.presentationml.tags+xml"/>
  <ns0:Override PartName="/ppt/tags/tag53.xml" ContentType="application/vnd.openxmlformats-officedocument.presentationml.tags+xml"/>
  <ns0:Override PartName="/ppt/tags/tag54.xml" ContentType="application/vnd.openxmlformats-officedocument.presentationml.tags+xml"/>
  <ns0:Override PartName="/ppt/tags/tag55.xml" ContentType="application/vnd.openxmlformats-officedocument.presentationml.tags+xml"/>
  <ns0:Override PartName="/ppt/tags/tag56.xml" ContentType="application/vnd.openxmlformats-officedocument.presentationml.tags+xml"/>
  <ns0:Override PartName="/ppt/tags/tag57.xml" ContentType="application/vnd.openxmlformats-officedocument.presentationml.tags+xml"/>
  <ns0:Override PartName="/ppt/tags/tag58.xml" ContentType="application/vnd.openxmlformats-officedocument.presentationml.tags+xml"/>
  <ns0:Override PartName="/ppt/tags/tag59.xml" ContentType="application/vnd.openxmlformats-officedocument.presentationml.tags+xml"/>
  <ns0:Override PartName="/ppt/tags/tag60.xml" ContentType="application/vnd.openxmlformats-officedocument.presentationml.tags+xml"/>
  <ns0:Override PartName="/ppt/tags/tag61.xml" ContentType="application/vnd.openxmlformats-officedocument.presentationml.tags+xml"/>
  <ns0:Override PartName="/ppt/tags/tag62.xml" ContentType="application/vnd.openxmlformats-officedocument.presentationml.tags+xml"/>
  <ns0:Override PartName="/ppt/tags/tag63.xml" ContentType="application/vnd.openxmlformats-officedocument.presentationml.tags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tags/tag64.xml" ContentType="application/vnd.openxmlformats-officedocument.presentationml.tags+xml"/>
  <ns0:Override PartName="/ppt/tags/tag65.xml" ContentType="application/vnd.openxmlformats-officedocument.presentationml.tags+xml"/>
  <ns0:Override PartName="/ppt/tags/tag66.xml" ContentType="application/vnd.openxmlformats-officedocument.presentationml.tags+xml"/>
  <ns0:Override PartName="/ppt/tags/tag67.xml" ContentType="application/vnd.openxmlformats-officedocument.presentationml.tags+xml"/>
  <ns0:Override PartName="/ppt/tags/tag68.xml" ContentType="application/vnd.openxmlformats-officedocument.presentationml.tags+xml"/>
  <ns0:Override PartName="/ppt/tags/tag69.xml" ContentType="application/vnd.openxmlformats-officedocument.presentationml.tags+xml"/>
  <ns0:Override PartName="/ppt/tags/tag70.xml" ContentType="application/vnd.openxmlformats-officedocument.presentationml.tags+xml"/>
  <ns0:Override PartName="/ppt/tags/tag71.xml" ContentType="application/vnd.openxmlformats-officedocument.presentationml.tags+xml"/>
  <ns0:Override PartName="/ppt/tags/tag72.xml" ContentType="application/vnd.openxmlformats-officedocument.presentationml.tags+xml"/>
  <ns0:Override PartName="/ppt/tags/tag73.xml" ContentType="application/vnd.openxmlformats-officedocument.presentationml.tags+xml"/>
  <ns0:Override PartName="/ppt/tags/tag74.xml" ContentType="application/vnd.openxmlformats-officedocument.presentationml.tags+xml"/>
  <ns0:Override PartName="/ppt/tags/tag75.xml" ContentType="application/vnd.openxmlformats-officedocument.presentationml.tags+xml"/>
  <ns0:Override PartName="/ppt/tags/tag76.xml" ContentType="application/vnd.openxmlformats-officedocument.presentationml.tags+xml"/>
  <ns0:Override PartName="/ppt/tags/tag77.xml" ContentType="application/vnd.openxmlformats-officedocument.presentationml.tags+xml"/>
  <ns0:Override PartName="/ppt/tags/tag78.xml" ContentType="application/vnd.openxmlformats-officedocument.presentationml.tags+xml"/>
  <ns0:Override PartName="/ppt/tags/tag79.xml" ContentType="application/vnd.openxmlformats-officedocument.presentationml.tags+xml"/>
  <ns0:Override PartName="/ppt/tags/tag80.xml" ContentType="application/vnd.openxmlformats-officedocument.presentationml.tags+xml"/>
  <ns0:Override PartName="/ppt/tags/tag81.xml" ContentType="application/vnd.openxmlformats-officedocument.presentationml.tags+xml"/>
  <ns0:Override PartName="/ppt/tags/tag82.xml" ContentType="application/vnd.openxmlformats-officedocument.presentationml.tags+xml"/>
  <ns0:Override PartName="/ppt/tags/tag83.xml" ContentType="application/vnd.openxmlformats-officedocument.presentationml.tags+xml"/>
  <ns0:Override PartName="/ppt/tags/tag84.xml" ContentType="application/vnd.openxmlformats-officedocument.presentationml.tags+xml"/>
  <ns0:Override PartName="/ppt/tags/tag85.xml" ContentType="application/vnd.openxmlformats-officedocument.presentationml.tags+xml"/>
  <ns0:Override PartName="/ppt/tags/tag86.xml" ContentType="application/vnd.openxmlformats-officedocument.presentationml.tags+xml"/>
  <ns0:Override PartName="/ppt/tags/tag87.xml" ContentType="application/vnd.openxmlformats-officedocument.presentationml.tags+xml"/>
  <ns0:Override PartName="/ppt/tags/tag88.xml" ContentType="application/vnd.openxmlformats-officedocument.presentationml.tags+xml"/>
  <ns0:Override PartName="/ppt/tags/tag89.xml" ContentType="application/vnd.openxmlformats-officedocument.presentationml.tags+xml"/>
  <ns0:Override PartName="/ppt/tags/tag90.xml" ContentType="application/vnd.openxmlformats-officedocument.presentationml.tags+xml"/>
  <ns0:Override PartName="/ppt/tags/tag91.xml" ContentType="application/vnd.openxmlformats-officedocument.presentationml.tags+xml"/>
  <ns0:Override PartName="/ppt/tags/tag92.xml" ContentType="application/vnd.openxmlformats-officedocument.presentationml.tags+xml"/>
  <ns0:Override PartName="/ppt/tags/tag93.xml" ContentType="application/vnd.openxmlformats-officedocument.presentationml.tags+xml"/>
  <ns0:Override PartName="/ppt/tags/tag94.xml" ContentType="application/vnd.openxmlformats-officedocument.presentationml.tags+xml"/>
  <ns0:Override PartName="/ppt/tags/tag95.xml" ContentType="application/vnd.openxmlformats-officedocument.presentationml.tags+xml"/>
  <ns0:Override PartName="/ppt/tags/tag96.xml" ContentType="application/vnd.openxmlformats-officedocument.presentationml.tags+xml"/>
  <ns0:Override PartName="/ppt/tags/tag97.xml" ContentType="application/vnd.openxmlformats-officedocument.presentationml.tags+xml"/>
  <ns0:Override PartName="/ppt/tags/tag98.xml" ContentType="application/vnd.openxmlformats-officedocument.presentationml.tags+xml"/>
  <ns0:Override PartName="/ppt/tags/tag99.xml" ContentType="application/vnd.openxmlformats-officedocument.presentationml.tags+xml"/>
  <ns0:Override PartName="/ppt/tags/tag100.xml" ContentType="application/vnd.openxmlformats-officedocument.presentationml.tags+xml"/>
  <ns0:Override PartName="/ppt/tags/tag101.xml" ContentType="application/vnd.openxmlformats-officedocument.presentationml.tags+xml"/>
  <ns0:Override PartName="/ppt/tags/tag102.xml" ContentType="application/vnd.openxmlformats-officedocument.presentationml.tags+xml"/>
  <ns0:Override PartName="/ppt/tags/tag103.xml" ContentType="application/vnd.openxmlformats-officedocument.presentationml.tags+xml"/>
  <ns0:Override PartName="/ppt/tags/tag104.xml" ContentType="application/vnd.openxmlformats-officedocument.presentationml.tags+xml"/>
  <ns0:Override PartName="/ppt/tags/tag105.xml" ContentType="application/vnd.openxmlformats-officedocument.presentationml.tags+xml"/>
  <ns0:Override PartName="/ppt/tags/tag106.xml" ContentType="application/vnd.openxmlformats-officedocument.presentationml.tags+xml"/>
  <ns0:Override PartName="/ppt/tags/tag107.xml" ContentType="application/vnd.openxmlformats-officedocument.presentationml.tags+xml"/>
  <ns0:Override PartName="/ppt/tags/tag108.xml" ContentType="application/vnd.openxmlformats-officedocument.presentationml.tags+xml"/>
  <ns0:Override PartName="/ppt/tags/tag109.xml" ContentType="application/vnd.openxmlformats-officedocument.presentationml.tags+xml"/>
  <ns0:Override PartName="/ppt/tags/tag110.xml" ContentType="application/vnd.openxmlformats-officedocument.presentationml.tags+xml"/>
  <ns0:Override PartName="/ppt/tags/tag111.xml" ContentType="application/vnd.openxmlformats-officedocument.presentationml.tags+xml"/>
  <ns0:Override PartName="/ppt/tags/tag112.xml" ContentType="application/vnd.openxmlformats-officedocument.presentationml.tags+xml"/>
  <ns0:Override PartName="/ppt/tags/tag113.xml" ContentType="application/vnd.openxmlformats-officedocument.presentationml.tags+xml"/>
  <ns0:Override PartName="/ppt/tags/tag114.xml" ContentType="application/vnd.openxmlformats-officedocument.presentationml.tags+xml"/>
  <ns0:Override PartName="/ppt/tags/tag115.xml" ContentType="application/vnd.openxmlformats-officedocument.presentationml.tags+xml"/>
  <ns0:Override PartName="/ppt/tags/tag116.xml" ContentType="application/vnd.openxmlformats-officedocument.presentationml.tags+xml"/>
  <ns0:Override PartName="/ppt/tags/tag117.xml" ContentType="application/vnd.openxmlformats-officedocument.presentationml.tags+xml"/>
  <ns0:Override PartName="/ppt/tags/tag118.xml" ContentType="application/vnd.openxmlformats-officedocument.presentationml.tags+xml"/>
  <ns0:Override PartName="/ppt/tags/tag119.xml" ContentType="application/vnd.openxmlformats-officedocument.presentationml.tags+xml"/>
  <ns0:Override PartName="/ppt/tags/tag120.xml" ContentType="application/vnd.openxmlformats-officedocument.presentationml.tags+xml"/>
  <ns0:Override PartName="/ppt/tags/tag121.xml" ContentType="application/vnd.openxmlformats-officedocument.presentationml.tags+xml"/>
  <ns0:Override PartName="/ppt/tags/tag122.xml" ContentType="application/vnd.openxmlformats-officedocument.presentationml.tags+xml"/>
  <ns0:Override PartName="/ppt/tags/tag123.xml" ContentType="application/vnd.openxmlformats-officedocument.presentationml.tags+xml"/>
  <ns0:Override PartName="/ppt/tags/tag124.xml" ContentType="application/vnd.openxmlformats-officedocument.presentationml.tags+xml"/>
  <ns0:Override PartName="/ppt/tags/tag125.xml" ContentType="application/vnd.openxmlformats-officedocument.presentationml.tags+xml"/>
  <ns0:Override PartName="/ppt/tags/tag126.xml" ContentType="application/vnd.openxmlformats-officedocument.presentationml.tags+xml"/>
  <ns0:Override PartName="/ppt/tags/tag127.xml" ContentType="application/vnd.openxmlformats-officedocument.presentationml.tags+xml"/>
  <ns0:Override PartName="/ppt/tags/tag128.xml" ContentType="application/vnd.openxmlformats-officedocument.presentationml.tags+xml"/>
  <ns0:Override PartName="/ppt/tags/tag129.xml" ContentType="application/vnd.openxmlformats-officedocument.presentationml.tags+xml"/>
  <ns0:Override PartName="/ppt/tags/tag130.xml" ContentType="application/vnd.openxmlformats-officedocument.presentationml.tags+xml"/>
  <ns0:Override PartName="/ppt/tags/tag131.xml" ContentType="application/vnd.openxmlformats-officedocument.presentationml.tags+xml"/>
  <ns0:Override PartName="/ppt/tags/tag132.xml" ContentType="application/vnd.openxmlformats-officedocument.presentationml.tags+xml"/>
  <ns0:Override PartName="/ppt/tags/tag133.xml" ContentType="application/vnd.openxmlformats-officedocument.presentationml.tags+xml"/>
  <ns0:Override PartName="/ppt/tags/tag134.xml" ContentType="application/vnd.openxmlformats-officedocument.presentationml.tags+xml"/>
  <ns0:Override PartName="/ppt/tags/tag135.xml" ContentType="application/vnd.openxmlformats-officedocument.presentationml.tags+xml"/>
  <ns0:Override PartName="/ppt/tags/tag136.xml" ContentType="application/vnd.openxmlformats-officedocument.presentationml.tags+xml"/>
  <ns0:Override PartName="/ppt/tags/tag137.xml" ContentType="application/vnd.openxmlformats-officedocument.presentationml.tags+xml"/>
  <ns0:Override PartName="/ppt/tags/tag138.xml" ContentType="application/vnd.openxmlformats-officedocument.presentationml.tags+xml"/>
  <ns0:Override PartName="/ppt/tags/tag139.xml" ContentType="application/vnd.openxmlformats-officedocument.presentationml.tags+xml"/>
  <ns0:Override PartName="/ppt/tags/tag140.xml" ContentType="application/vnd.openxmlformats-officedocument.presentationml.tags+xml"/>
  <ns0:Override PartName="/ppt/tags/tag141.xml" ContentType="application/vnd.openxmlformats-officedocument.presentationml.tags+xml"/>
  <ns0:Override PartName="/ppt/tags/tag142.xml" ContentType="application/vnd.openxmlformats-officedocument.presentationml.tags+xml"/>
  <ns0:Override PartName="/ppt/tags/tag143.xml" ContentType="application/vnd.openxmlformats-officedocument.presentationml.tags+xml"/>
  <ns0:Override PartName="/ppt/tags/tag144.xml" ContentType="application/vnd.openxmlformats-officedocument.presentationml.tags+xml"/>
  <ns0:Override PartName="/ppt/tags/tag145.xml" ContentType="application/vnd.openxmlformats-officedocument.presentationml.tags+xml"/>
  <ns0:Override PartName="/ppt/tags/tag146.xml" ContentType="application/vnd.openxmlformats-officedocument.presentationml.tags+xml"/>
  <ns0:Override PartName="/ppt/tags/tag147.xml" ContentType="application/vnd.openxmlformats-officedocument.presentationml.tags+xml"/>
  <ns0:Override PartName="/ppt/tags/tag148.xml" ContentType="application/vnd.openxmlformats-officedocument.presentationml.tags+xml"/>
  <ns0:Override PartName="/ppt/tags/tag149.xml" ContentType="application/vnd.openxmlformats-officedocument.presentationml.tags+xml"/>
  <ns0:Override PartName="/ppt/tags/tag150.xml" ContentType="application/vnd.openxmlformats-officedocument.presentationml.tags+xml"/>
  <ns0:Override PartName="/ppt/tags/tag151.xml" ContentType="application/vnd.openxmlformats-officedocument.presentationml.tags+xml"/>
  <ns0:Override PartName="/ppt/tags/tag152.xml" ContentType="application/vnd.openxmlformats-officedocument.presentationml.tags+xml"/>
  <ns0:Override PartName="/ppt/tags/tag153.xml" ContentType="application/vnd.openxmlformats-officedocument.presentationml.tags+xml"/>
  <ns0:Override PartName="/ppt/notesSlides/notesSlide1.xml" ContentType="application/vnd.openxmlformats-officedocument.presentationml.notesSlide+xml"/>
  <ns0:Override PartName="/ppt/tags/tag154.xml" ContentType="application/vnd.openxmlformats-officedocument.presentationml.tags+xml"/>
  <ns0:Override PartName="/ppt/tags/tag155.xml" ContentType="application/vnd.openxmlformats-officedocument.presentationml.tags+xml"/>
  <ns0:Override PartName="/ppt/tags/tag156.xml" ContentType="application/vnd.openxmlformats-officedocument.presentationml.tags+xml"/>
  <ns0:Override PartName="/ppt/tags/tag157.xml" ContentType="application/vnd.openxmlformats-officedocument.presentationml.tags+xml"/>
  <ns0:Override PartName="/ppt/tags/tag158.xml" ContentType="application/vnd.openxmlformats-officedocument.presentationml.tags+xml"/>
  <ns0:Override PartName="/ppt/tags/tag159.xml" ContentType="application/vnd.openxmlformats-officedocument.presentationml.tags+xml"/>
  <ns0:Override PartName="/ppt/tags/tag160.xml" ContentType="application/vnd.openxmlformats-officedocument.presentationml.tags+xml"/>
  <ns0:Override PartName="/ppt/tags/tag161.xml" ContentType="application/vnd.openxmlformats-officedocument.presentationml.tags+xml"/>
  <ns0:Override PartName="/ppt/tags/tag162.xml" ContentType="application/vnd.openxmlformats-officedocument.presentationml.tags+xml"/>
  <ns0:Override PartName="/ppt/tags/tag163.xml" ContentType="application/vnd.openxmlformats-officedocument.presentationml.tags+xml"/>
  <ns0:Override PartName="/ppt/tags/tag164.xml" ContentType="application/vnd.openxmlformats-officedocument.presentationml.tags+xml"/>
  <ns0:Override PartName="/ppt/tags/tag165.xml" ContentType="application/vnd.openxmlformats-officedocument.presentationml.tags+xml"/>
  <ns0:Override PartName="/ppt/tags/tag166.xml" ContentType="application/vnd.openxmlformats-officedocument.presentationml.tags+xml"/>
  <ns0:Override PartName="/ppt/tags/tag167.xml" ContentType="application/vnd.openxmlformats-officedocument.presentationml.tags+xml"/>
  <ns0:Override PartName="/ppt/tags/tag168.xml" ContentType="application/vnd.openxmlformats-officedocument.presentationml.tags+xml"/>
  <ns0:Override PartName="/ppt/tags/tag169.xml" ContentType="application/vnd.openxmlformats-officedocument.presentationml.tags+xml"/>
  <ns0:Override PartName="/ppt/tags/tag170.xml" ContentType="application/vnd.openxmlformats-officedocument.presentationml.tags+xml"/>
  <ns0:Override PartName="/ppt/tags/tag171.xml" ContentType="application/vnd.openxmlformats-officedocument.presentationml.tags+xml"/>
  <ns0:Override PartName="/ppt/notesSlides/notesSlide2.xml" ContentType="application/vnd.openxmlformats-officedocument.presentationml.notesSlide+xml"/>
  <ns0:Override PartName="/ppt/tags/tag172.xml" ContentType="application/vnd.openxmlformats-officedocument.presentationml.tags+xml"/>
  <ns0:Override PartName="/ppt/tags/tag173.xml" ContentType="application/vnd.openxmlformats-officedocument.presentationml.tags+xml"/>
  <ns0:Override PartName="/ppt/tags/tag174.xml" ContentType="application/vnd.openxmlformats-officedocument.presentationml.tags+xml"/>
  <ns0:Override PartName="/ppt/tags/tag175.xml" ContentType="application/vnd.openxmlformats-officedocument.presentationml.tags+xml"/>
  <ns0:Override PartName="/ppt/tags/tag176.xml" ContentType="application/vnd.openxmlformats-officedocument.presentationml.tags+xml"/>
  <ns0:Override PartName="/ppt/tags/tag177.xml" ContentType="application/vnd.openxmlformats-officedocument.presentationml.tags+xml"/>
  <ns0:Override PartName="/ppt/tags/tag178.xml" ContentType="application/vnd.openxmlformats-officedocument.presentationml.tags+xml"/>
  <ns0:Override PartName="/ppt/tags/tag179.xml" ContentType="application/vnd.openxmlformats-officedocument.presentationml.tags+xml"/>
  <ns0:Override PartName="/ppt/tags/tag180.xml" ContentType="application/vnd.openxmlformats-officedocument.presentationml.tags+xml"/>
  <ns0:Override PartName="/ppt/tags/tag181.xml" ContentType="application/vnd.openxmlformats-officedocument.presentationml.tags+xml"/>
  <ns0:Override PartName="/ppt/tags/tag182.xml" ContentType="application/vnd.openxmlformats-officedocument.presentationml.tags+xml"/>
  <ns0:Override PartName="/ppt/tags/tag183.xml" ContentType="application/vnd.openxmlformats-officedocument.presentationml.tags+xml"/>
  <ns0:Override PartName="/ppt/tags/tag184.xml" ContentType="application/vnd.openxmlformats-officedocument.presentationml.tags+xml"/>
  <ns0:Override PartName="/ppt/tags/tag185.xml" ContentType="application/vnd.openxmlformats-officedocument.presentationml.tags+xml"/>
  <ns0:Override PartName="/ppt/tags/tag186.xml" ContentType="application/vnd.openxmlformats-officedocument.presentationml.tags+xml"/>
  <ns0:Override PartName="/ppt/tags/tag187.xml" ContentType="application/vnd.openxmlformats-officedocument.presentationml.tags+xml"/>
  <ns0:Override PartName="/ppt/tags/tag188.xml" ContentType="application/vnd.openxmlformats-officedocument.presentationml.tags+xml"/>
  <ns0:Override PartName="/ppt/notesSlides/notesSlide3.xml" ContentType="application/vnd.openxmlformats-officedocument.presentationml.notesSlide+xml"/>
  <ns0:Override PartName="/ppt/tags/tag189.xml" ContentType="application/vnd.openxmlformats-officedocument.presentationml.tags+xml"/>
  <ns0:Override PartName="/ppt/tags/tag190.xml" ContentType="application/vnd.openxmlformats-officedocument.presentationml.tags+xml"/>
  <ns0:Override PartName="/ppt/tags/tag191.xml" ContentType="application/vnd.openxmlformats-officedocument.presentationml.tags+xml"/>
  <ns0:Override PartName="/ppt/tags/tag192.xml" ContentType="application/vnd.openxmlformats-officedocument.presentationml.tags+xml"/>
  <ns0:Override PartName="/ppt/tags/tag193.xml" ContentType="application/vnd.openxmlformats-officedocument.presentationml.tags+xml"/>
  <ns0:Override PartName="/ppt/tags/tag194.xml" ContentType="application/vnd.openxmlformats-officedocument.presentationml.tags+xml"/>
  <ns0:Override PartName="/ppt/tags/tag195.xml" ContentType="application/vnd.openxmlformats-officedocument.presentationml.tags+xml"/>
  <ns0:Override PartName="/ppt/tags/tag196.xml" ContentType="application/vnd.openxmlformats-officedocument.presentationml.tags+xml"/>
  <ns0:Override PartName="/ppt/tags/tag197.xml" ContentType="application/vnd.openxmlformats-officedocument.presentationml.tags+xml"/>
  <ns0:Override PartName="/ppt/tags/tag198.xml" ContentType="application/vnd.openxmlformats-officedocument.presentationml.tags+xml"/>
  <ns0:Override PartName="/ppt/tags/tag199.xml" ContentType="application/vnd.openxmlformats-officedocument.presentationml.tags+xml"/>
  <ns0:Override PartName="/ppt/tags/tag200.xml" ContentType="application/vnd.openxmlformats-officedocument.presentationml.tags+xml"/>
  <ns0:Override PartName="/ppt/tags/tag201.xml" ContentType="application/vnd.openxmlformats-officedocument.presentationml.tags+xml"/>
  <ns0:Override PartName="/ppt/tags/tag202.xml" ContentType="application/vnd.openxmlformats-officedocument.presentationml.tags+xml"/>
  <ns0:Override PartName="/ppt/tags/tag203.xml" ContentType="application/vnd.openxmlformats-officedocument.presentationml.tags+xml"/>
  <ns0:Override PartName="/ppt/tags/tag204.xml" ContentType="application/vnd.openxmlformats-officedocument.presentationml.tags+xml"/>
  <ns0:Override PartName="/ppt/tags/tag205.xml" ContentType="application/vnd.openxmlformats-officedocument.presentationml.tags+xml"/>
  <ns0:Override PartName="/ppt/tags/tag206.xml" ContentType="application/vnd.openxmlformats-officedocument.presentationml.tags+xml"/>
  <ns0:Override PartName="/ppt/tags/tag207.xml" ContentType="application/vnd.openxmlformats-officedocument.presentationml.tags+xml"/>
  <ns0:Override PartName="/ppt/tags/tag208.xml" ContentType="application/vnd.openxmlformats-officedocument.presentationml.tags+xml"/>
  <ns0:Override PartName="/ppt/tags/tag209.xml" ContentType="application/vnd.openxmlformats-officedocument.presentationml.tags+xml"/>
  <ns0:Override PartName="/ppt/tags/tag210.xml" ContentType="application/vnd.openxmlformats-officedocument.presentationml.tags+xml"/>
  <ns0:Override PartName="/ppt/tags/tag211.xml" ContentType="application/vnd.openxmlformats-officedocument.presentationml.tags+xml"/>
  <ns0:Override PartName="/ppt/tags/tag212.xml" ContentType="application/vnd.openxmlformats-officedocument.presentationml.tags+xml"/>
  <ns0:Override PartName="/ppt/tags/tag213.xml" ContentType="application/vnd.openxmlformats-officedocument.presentationml.tags+xml"/>
  <ns0:Override PartName="/ppt/tags/tag214.xml" ContentType="application/vnd.openxmlformats-officedocument.presentationml.tags+xml"/>
  <ns0:Override PartName="/ppt/tags/tag215.xml" ContentType="application/vnd.openxmlformats-officedocument.presentationml.tags+xml"/>
  <ns0:Override PartName="/ppt/tags/tag216.xml" ContentType="application/vnd.openxmlformats-officedocument.presentationml.tags+xml"/>
  <ns0:Override PartName="/ppt/tags/tag217.xml" ContentType="application/vnd.openxmlformats-officedocument.presentationml.tags+xml"/>
  <ns0:Override PartName="/ppt/tags/tag218.xml" ContentType="application/vnd.openxmlformats-officedocument.presentationml.tags+xml"/>
  <ns0:Override PartName="/ppt/tags/tag219.xml" ContentType="application/vnd.openxmlformats-officedocument.presentationml.tags+xml"/>
  <ns0:Override PartName="/ppt/tags/tag220.xml" ContentType="application/vnd.openxmlformats-officedocument.presentationml.tags+xml"/>
  <ns0:Override PartName="/ppt/tags/tag221.xml" ContentType="application/vnd.openxmlformats-officedocument.presentationml.tags+xml"/>
  <ns0:Override PartName="/ppt/tags/tag222.xml" ContentType="application/vnd.openxmlformats-officedocument.presentationml.tags+xml"/>
  <ns0:Override PartName="/ppt/tags/tag223.xml" ContentType="application/vnd.openxmlformats-officedocument.presentationml.tags+xml"/>
  <ns0:Override PartName="/ppt/tags/tag224.xml" ContentType="application/vnd.openxmlformats-officedocument.presentationml.tags+xml"/>
  <ns0:Override PartName="/ppt/tags/tag225.xml" ContentType="application/vnd.openxmlformats-officedocument.presentationml.tags+xml"/>
  <ns0:Override PartName="/ppt/tags/tag226.xml" ContentType="application/vnd.openxmlformats-officedocument.presentationml.tags+xml"/>
  <ns0:Override PartName="/ppt/tags/tag227.xml" ContentType="application/vnd.openxmlformats-officedocument.presentationml.tags+xml"/>
  <ns0:Override PartName="/ppt/tags/tag228.xml" ContentType="application/vnd.openxmlformats-officedocument.presentationml.tags+xml"/>
  <ns0:Override PartName="/ppt/tags/tag229.xml" ContentType="application/vnd.openxmlformats-officedocument.presentationml.tags+xml"/>
  <ns0:Override PartName="/ppt/tags/tag230.xml" ContentType="application/vnd.openxmlformats-officedocument.presentationml.tags+xml"/>
  <ns0:Override PartName="/ppt/tags/tag231.xml" ContentType="application/vnd.openxmlformats-officedocument.presentationml.tags+xml"/>
  <ns0:Override PartName="/ppt/tags/tag232.xml" ContentType="application/vnd.openxmlformats-officedocument.presentationml.tags+xml"/>
  <ns0:Override PartName="/ppt/tags/tag233.xml" ContentType="application/vnd.openxmlformats-officedocument.presentationml.tags+xml"/>
  <ns0:Override PartName="/ppt/tags/tag234.xml" ContentType="application/vnd.openxmlformats-officedocument.presentationml.tags+xml"/>
  <ns0:Override PartName="/ppt/tags/tag235.xml" ContentType="application/vnd.openxmlformats-officedocument.presentationml.tags+xml"/>
  <ns0:Override PartName="/ppt/tags/tag236.xml" ContentType="application/vnd.openxmlformats-officedocument.presentationml.tags+xml"/>
  <ns0:Override PartName="/ppt/tags/tag237.xml" ContentType="application/vnd.openxmlformats-officedocument.presentationml.tags+xml"/>
  <ns0:Override PartName="/ppt/tags/tag238.xml" ContentType="application/vnd.openxmlformats-officedocument.presentationml.tags+xml"/>
  <ns0:Override PartName="/ppt/tags/tag239.xml" ContentType="application/vnd.openxmlformats-officedocument.presentationml.tags+xml"/>
  <ns0:Override PartName="/ppt/tags/tag240.xml" ContentType="application/vnd.openxmlformats-officedocument.presentationml.tags+xml"/>
  <ns0:Override PartName="/ppt/tags/tag241.xml" ContentType="application/vnd.openxmlformats-officedocument.presentationml.tags+xml"/>
  <ns0:Override PartName="/ppt/tags/tag242.xml" ContentType="application/vnd.openxmlformats-officedocument.presentationml.tags+xml"/>
  <ns0:Override PartName="/ppt/tags/tag243.xml" ContentType="application/vnd.openxmlformats-officedocument.presentationml.tags+xml"/>
  <ns0:Override PartName="/ppt/tags/tag244.xml" ContentType="application/vnd.openxmlformats-officedocument.presentationml.tags+xml"/>
  <ns0:Override PartName="/ppt/tags/tag245.xml" ContentType="application/vnd.openxmlformats-officedocument.presentationml.tags+xml"/>
  <ns0:Override PartName="/ppt/tags/tag246.xml" ContentType="application/vnd.openxmlformats-officedocument.presentationml.tags+xml"/>
  <ns0:Override PartName="/ppt/tags/tag247.xml" ContentType="application/vnd.openxmlformats-officedocument.presentationml.tags+xml"/>
  <ns0:Override PartName="/ppt/tags/tag248.xml" ContentType="application/vnd.openxmlformats-officedocument.presentationml.tags+xml"/>
  <ns0:Override PartName="/ppt/tags/tag249.xml" ContentType="application/vnd.openxmlformats-officedocument.presentationml.tags+xml"/>
  <ns0:Override PartName="/ppt/tags/tag250.xml" ContentType="application/vnd.openxmlformats-officedocument.presentationml.tags+xml"/>
  <ns0:Override PartName="/ppt/tags/tag251.xml" ContentType="application/vnd.openxmlformats-officedocument.presentationml.tags+xml"/>
  <ns0:Override PartName="/ppt/tags/tag252.xml" ContentType="application/vnd.openxmlformats-officedocument.presentationml.tags+xml"/>
  <ns0:Override PartName="/ppt/tags/tag253.xml" ContentType="application/vnd.openxmlformats-officedocument.presentationml.tags+xml"/>
  <ns0:Override PartName="/ppt/tags/tag254.xml" ContentType="application/vnd.openxmlformats-officedocument.presentationml.tags+xml"/>
  <ns0:Override PartName="/ppt/tags/tag255.xml" ContentType="application/vnd.openxmlformats-officedocument.presentationml.tags+xml"/>
  <ns0:Override PartName="/ppt/tags/tag256.xml" ContentType="application/vnd.openxmlformats-officedocument.presentationml.tags+xml"/>
  <ns0:Override PartName="/ppt/tags/tag257.xml" ContentType="application/vnd.openxmlformats-officedocument.presentationml.tags+xml"/>
  <ns0:Override PartName="/ppt/tags/tag258.xml" ContentType="application/vnd.openxmlformats-officedocument.presentationml.tags+xml"/>
  <ns0:Override PartName="/ppt/tags/tag259.xml" ContentType="application/vnd.openxmlformats-officedocument.presentationml.tags+xml"/>
  <ns0:Override PartName="/ppt/tags/tag260.xml" ContentType="application/vnd.openxmlformats-officedocument.presentationml.tags+xml"/>
  <ns0:Override PartName="/ppt/tags/tag261.xml" ContentType="application/vnd.openxmlformats-officedocument.presentationml.tags+xml"/>
  <ns0:Override PartName="/ppt/tags/tag262.xml" ContentType="application/vnd.openxmlformats-officedocument.presentationml.tags+xml"/>
  <ns0:Override PartName="/ppt/tags/tag263.xml" ContentType="application/vnd.openxmlformats-officedocument.presentationml.tags+xml"/>
  <ns0:Override PartName="/ppt/tags/tag264.xml" ContentType="application/vnd.openxmlformats-officedocument.presentationml.tags+xml"/>
  <ns0:Override PartName="/ppt/tags/tag265.xml" ContentType="application/vnd.openxmlformats-officedocument.presentationml.tags+xml"/>
  <ns0:Override PartName="/ppt/tags/tag266.xml" ContentType="application/vnd.openxmlformats-officedocument.presentationml.tags+xml"/>
  <ns0:Override PartName="/ppt/tags/tag267.xml" ContentType="application/vnd.openxmlformats-officedocument.presentationml.tags+xml"/>
  <ns0:Override PartName="/ppt/tags/tag268.xml" ContentType="application/vnd.openxmlformats-officedocument.presentationml.tags+xml"/>
  <ns0:Override PartName="/ppt/tags/tag269.xml" ContentType="application/vnd.openxmlformats-officedocument.presentationml.tags+xml"/>
  <ns0:Override PartName="/ppt/tags/tag270.xml" ContentType="application/vnd.openxmlformats-officedocument.presentationml.tags+xml"/>
  <ns0:Override PartName="/ppt/tags/tag271.xml" ContentType="application/vnd.openxmlformats-officedocument.presentationml.tags+xml"/>
  <ns0:Override PartName="/ppt/tags/tag272.xml" ContentType="application/vnd.openxmlformats-officedocument.presentationml.tags+xml"/>
  <ns0:Override PartName="/ppt/tags/tag273.xml" ContentType="application/vnd.openxmlformats-officedocument.presentationml.tags+xml"/>
  <ns0:Override PartName="/ppt/tags/tag274.xml" ContentType="application/vnd.openxmlformats-officedocument.presentationml.tags+xml"/>
  <ns0:Override PartName="/ppt/tags/tag275.xml" ContentType="application/vnd.openxmlformats-officedocument.presentationml.tags+xml"/>
  <ns0:Override PartName="/ppt/tags/tag276.xml" ContentType="application/vnd.openxmlformats-officedocument.presentationml.tags+xml"/>
  <ns0:Override PartName="/ppt/tags/tag277.xml" ContentType="application/vnd.openxmlformats-officedocument.presentationml.tags+xml"/>
  <ns0:Override PartName="/ppt/tags/tag278.xml" ContentType="application/vnd.openxmlformats-officedocument.presentationml.tags+xml"/>
  <ns0:Override PartName="/ppt/tags/tag279.xml" ContentType="application/vnd.openxmlformats-officedocument.presentationml.tags+xml"/>
  <ns0:Override PartName="/ppt/tags/tag280.xml" ContentType="application/vnd.openxmlformats-officedocument.presentationml.tags+xml"/>
  <ns0:Override PartName="/ppt/tags/tag281.xml" ContentType="application/vnd.openxmlformats-officedocument.presentationml.tags+xml"/>
  <ns0:Override PartName="/ppt/tags/tag282.xml" ContentType="application/vnd.openxmlformats-officedocument.presentationml.tags+xml"/>
  <ns0:Override PartName="/ppt/tags/tag283.xml" ContentType="application/vnd.openxmlformats-officedocument.presentationml.tags+xml"/>
  <ns0:Override PartName="/ppt/tags/tag284.xml" ContentType="application/vnd.openxmlformats-officedocument.presentationml.tags+xml"/>
  <ns0:Override PartName="/ppt/tags/tag285.xml" ContentType="application/vnd.openxmlformats-officedocument.presentationml.tags+xml"/>
  <ns0:Override PartName="/ppt/tags/tag286.xml" ContentType="application/vnd.openxmlformats-officedocument.presentationml.tags+xml"/>
  <ns0:Override PartName="/ppt/tags/tag287.xml" ContentType="application/vnd.openxmlformats-officedocument.presentationml.tags+xml"/>
  <ns0:Override PartName="/ppt/tags/tag288.xml" ContentType="application/vnd.openxmlformats-officedocument.presentationml.tags+xml"/>
  <ns0:Override PartName="/ppt/tags/tag289.xml" ContentType="application/vnd.openxmlformats-officedocument.presentationml.tags+xml"/>
  <ns0:Override PartName="/ppt/tags/tag290.xml" ContentType="application/vnd.openxmlformats-officedocument.presentationml.tags+xml"/>
  <ns0:Override PartName="/ppt/tags/tag291.xml" ContentType="application/vnd.openxmlformats-officedocument.presentationml.tags+xml"/>
  <ns0:Override PartName="/ppt/tags/tag292.xml" ContentType="application/vnd.openxmlformats-officedocument.presentationml.tags+xml"/>
  <ns0:Override PartName="/ppt/tags/tag293.xml" ContentType="application/vnd.openxmlformats-officedocument.presentationml.tags+xml"/>
  <ns0:Override PartName="/ppt/tags/tag294.xml" ContentType="application/vnd.openxmlformats-officedocument.presentationml.tags+xml"/>
  <ns0:Override PartName="/ppt/tags/tag295.xml" ContentType="application/vnd.openxmlformats-officedocument.presentationml.tags+xml"/>
  <ns0:Override PartName="/ppt/tags/tag296.xml" ContentType="application/vnd.openxmlformats-officedocument.presentationml.tags+xml"/>
  <ns0:Override PartName="/ppt/tags/tag297.xml" ContentType="application/vnd.openxmlformats-officedocument.presentationml.tags+xml"/>
  <ns0:Override PartName="/ppt/tags/tag298.xml" ContentType="application/vnd.openxmlformats-officedocument.presentationml.tags+xml"/>
  <ns0:Override PartName="/ppt/tags/tag299.xml" ContentType="application/vnd.openxmlformats-officedocument.presentationml.tags+xml"/>
  <ns0:Override PartName="/ppt/tags/tag300.xml" ContentType="application/vnd.openxmlformats-officedocument.presentationml.tags+xml"/>
  <ns0:Override PartName="/ppt/tags/tag301.xml" ContentType="application/vnd.openxmlformats-officedocument.presentationml.tags+xml"/>
  <ns0:Override PartName="/ppt/tags/tag302.xml" ContentType="application/vnd.openxmlformats-officedocument.presentationml.tags+xml"/>
  <ns0:Override PartName="/ppt/tags/tag303.xml" ContentType="application/vnd.openxmlformats-officedocument.presentationml.tags+xml"/>
  <ns0:Override PartName="/ppt/tags/tag304.xml" ContentType="application/vnd.openxmlformats-officedocument.presentationml.tags+xml"/>
  <ns0:Override PartName="/ppt/tags/tag305.xml" ContentType="application/vnd.openxmlformats-officedocument.presentationml.tags+xml"/>
  <ns0:Override PartName="/ppt/tags/tag306.xml" ContentType="application/vnd.openxmlformats-officedocument.presentationml.tags+xml"/>
  <ns0:Override PartName="/ppt/tags/tag307.xml" ContentType="application/vnd.openxmlformats-officedocument.presentationml.tags+xml"/>
  <ns0:Override PartName="/ppt/tags/tag308.xml" ContentType="application/vnd.openxmlformats-officedocument.presentationml.tags+xml"/>
  <ns0:Override PartName="/ppt/tags/tag309.xml" ContentType="application/vnd.openxmlformats-officedocument.presentationml.tags+xml"/>
  <ns0:Override PartName="/ppt/tags/tag310.xml" ContentType="application/vnd.openxmlformats-officedocument.presentationml.tags+xml"/>
  <ns0:Override PartName="/ppt/tags/tag311.xml" ContentType="application/vnd.openxmlformats-officedocument.presentationml.tags+xml"/>
  <ns0:Override PartName="/ppt/tags/tag312.xml" ContentType="application/vnd.openxmlformats-officedocument.presentationml.tags+xml"/>
  <ns0:Override PartName="/ppt/tags/tag313.xml" ContentType="application/vnd.openxmlformats-officedocument.presentationml.tags+xml"/>
  <ns0:Override PartName="/ppt/tags/tag314.xml" ContentType="application/vnd.openxmlformats-officedocument.presentationml.tags+xml"/>
  <ns0:Override PartName="/ppt/tags/tag315.xml" ContentType="application/vnd.openxmlformats-officedocument.presentationml.tags+xml"/>
  <ns0:Override PartName="/ppt/tags/tag316.xml" ContentType="application/vnd.openxmlformats-officedocument.presentationml.tags+xml"/>
  <ns0:Override PartName="/ppt/tags/tag317.xml" ContentType="application/vnd.openxmlformats-officedocument.presentationml.tags+xml"/>
  <ns0:Override PartName="/ppt/tags/tag318.xml" ContentType="application/vnd.openxmlformats-officedocument.presentationml.tags+xml"/>
  <ns0:Override PartName="/ppt/tags/tag319.xml" ContentType="application/vnd.openxmlformats-officedocument.presentationml.tags+xml"/>
  <ns0:Override PartName="/ppt/tags/tag320.xml" ContentType="application/vnd.openxmlformats-officedocument.presentationml.tags+xml"/>
  <ns0:Override PartName="/ppt/tags/tag321.xml" ContentType="application/vnd.openxmlformats-officedocument.presentationml.tags+xml"/>
  <ns0:Override PartName="/ppt/tags/tag322.xml" ContentType="application/vnd.openxmlformats-officedocument.presentationml.tags+xml"/>
  <ns0:Override PartName="/ppt/tags/tag323.xml" ContentType="application/vnd.openxmlformats-officedocument.presentationml.tags+xml"/>
  <ns0:Override PartName="/ppt/tags/tag324.xml" ContentType="application/vnd.openxmlformats-officedocument.presentationml.tags+xml"/>
  <ns0:Override PartName="/ppt/tags/tag325.xml" ContentType="application/vnd.openxmlformats-officedocument.presentationml.tags+xml"/>
  <ns0:Override PartName="/ppt/tags/tag326.xml" ContentType="application/vnd.openxmlformats-officedocument.presentationml.tags+xml"/>
  <ns0:Override PartName="/ppt/tags/tag327.xml" ContentType="application/vnd.openxmlformats-officedocument.presentationml.tags+xml"/>
  <ns0:Override PartName="/ppt/tags/tag328.xml" ContentType="application/vnd.openxmlformats-officedocument.presentationml.tags+xml"/>
  <ns0:Override PartName="/ppt/tags/tag329.xml" ContentType="application/vnd.openxmlformats-officedocument.presentationml.tags+xml"/>
  <ns0:Override PartName="/ppt/tags/tag330.xml" ContentType="application/vnd.openxmlformats-officedocument.presentationml.tags+xml"/>
  <ns0:Override PartName="/ppt/tags/tag331.xml" ContentType="application/vnd.openxmlformats-officedocument.presentationml.tags+xml"/>
  <ns0:Override PartName="/ppt/tags/tag332.xml" ContentType="application/vnd.openxmlformats-officedocument.presentationml.tags+xml"/>
  <ns0:Override PartName="/ppt/tags/tag333.xml" ContentType="application/vnd.openxmlformats-officedocument.presentationml.tags+xml"/>
  <ns0:Override PartName="/ppt/tags/tag334.xml" ContentType="application/vnd.openxmlformats-officedocument.presentationml.tags+xml"/>
  <ns0:Override PartName="/ppt/tags/tag335.xml" ContentType="application/vnd.openxmlformats-officedocument.presentationml.tags+xml"/>
  <ns0:Override PartName="/ppt/tags/tag336.xml" ContentType="application/vnd.openxmlformats-officedocument.presentationml.tags+xml"/>
  <ns0:Override PartName="/ppt/tags/tag337.xml" ContentType="application/vnd.openxmlformats-officedocument.presentationml.tags+xml"/>
  <ns0:Override PartName="/ppt/tags/tag338.xml" ContentType="application/vnd.openxmlformats-officedocument.presentationml.tags+xml"/>
  <ns0:Override PartName="/ppt/tags/tag339.xml" ContentType="application/vnd.openxmlformats-officedocument.presentationml.tags+xml"/>
  <ns0:Override PartName="/ppt/tags/tag340.xml" ContentType="application/vnd.openxmlformats-officedocument.presentationml.tags+xml"/>
  <ns0:Override PartName="/ppt/tags/tag341.xml" ContentType="application/vnd.openxmlformats-officedocument.presentationml.tags+xml"/>
  <ns0:Override PartName="/ppt/tags/tag342.xml" ContentType="application/vnd.openxmlformats-officedocument.presentationml.tags+xml"/>
  <ns0:Override PartName="/ppt/tags/tag343.xml" ContentType="application/vnd.openxmlformats-officedocument.presentationml.tags+xml"/>
  <ns0:Override PartName="/ppt/tags/tag344.xml" ContentType="application/vnd.openxmlformats-officedocument.presentationml.tags+xml"/>
  <ns0:Override PartName="/ppt/tags/tag345.xml" ContentType="application/vnd.openxmlformats-officedocument.presentationml.tags+xml"/>
  <ns0:Override PartName="/ppt/tags/tag346.xml" ContentType="application/vnd.openxmlformats-officedocument.presentationml.tags+xml"/>
  <ns0:Override PartName="/ppt/tags/tag347.xml" ContentType="application/vnd.openxmlformats-officedocument.presentationml.tags+xml"/>
  <ns0:Override PartName="/ppt/tags/tag348.xml" ContentType="application/vnd.openxmlformats-officedocument.presentationml.tags+xml"/>
  <ns0:Override PartName="/ppt/tags/tag349.xml" ContentType="application/vnd.openxmlformats-officedocument.presentationml.tags+xml"/>
  <ns0:Override PartName="/ppt/tags/tag350.xml" ContentType="application/vnd.openxmlformats-officedocument.presentationml.tags+xml"/>
  <ns0:Override PartName="/ppt/tags/tag351.xml" ContentType="application/vnd.openxmlformats-officedocument.presentationml.tags+xml"/>
  <ns0:Override PartName="/ppt/tags/tag352.xml" ContentType="application/vnd.openxmlformats-officedocument.presentationml.tags+xml"/>
  <ns0:Override PartName="/ppt/tags/tag353.xml" ContentType="application/vnd.openxmlformats-officedocument.presentationml.tags+xml"/>
  <ns0:Override PartName="/ppt/tags/tag354.xml" ContentType="application/vnd.openxmlformats-officedocument.presentationml.tags+xml"/>
  <ns0:Override PartName="/ppt/tags/tag355.xml" ContentType="application/vnd.openxmlformats-officedocument.presentationml.tags+xml"/>
  <ns0:Override PartName="/ppt/tags/tag356.xml" ContentType="application/vnd.openxmlformats-officedocument.presentationml.tags+xml"/>
  <ns0:Override PartName="/ppt/tags/tag357.xml" ContentType="application/vnd.openxmlformats-officedocument.presentationml.tags+xml"/>
  <ns0:Override PartName="/ppt/tags/tag358.xml" ContentType="application/vnd.openxmlformats-officedocument.presentationml.tags+xml"/>
  <ns0:Override PartName="/ppt/tags/tag359.xml" ContentType="application/vnd.openxmlformats-officedocument.presentationml.tags+xml"/>
  <ns0:Override PartName="/ppt/tags/tag360.xml" ContentType="application/vnd.openxmlformats-officedocument.presentationml.tags+xml"/>
  <ns0:Override PartName="/ppt/tags/tag361.xml" ContentType="application/vnd.openxmlformats-officedocument.presentationml.tags+xml"/>
  <ns0:Override PartName="/ppt/tags/tag362.xml" ContentType="application/vnd.openxmlformats-officedocument.presentationml.tags+xml"/>
  <ns0:Override PartName="/ppt/tags/tag363.xml" ContentType="application/vnd.openxmlformats-officedocument.presentationml.tags+xml"/>
  <ns0:Override PartName="/ppt/tags/tag364.xml" ContentType="application/vnd.openxmlformats-officedocument.presentationml.tags+xml"/>
  <ns0:Override PartName="/ppt/tags/tag365.xml" ContentType="application/vnd.openxmlformats-officedocument.presentationml.tags+xml"/>
  <ns0:Override PartName="/ppt/tags/tag366.xml" ContentType="application/vnd.openxmlformats-officedocument.presentationml.tags+xml"/>
  <ns0:Override PartName="/ppt/tags/tag367.xml" ContentType="application/vnd.openxmlformats-officedocument.presentationml.tags+xml"/>
  <ns0:Override PartName="/ppt/tags/tag368.xml" ContentType="application/vnd.openxmlformats-officedocument.presentationml.tags+xml"/>
  <ns0:Override PartName="/ppt/tags/tag369.xml" ContentType="application/vnd.openxmlformats-officedocument.presentationml.tags+xml"/>
  <ns0:Override PartName="/ppt/tags/tag370.xml" ContentType="application/vnd.openxmlformats-officedocument.presentationml.tags+xml"/>
  <ns0:Override PartName="/ppt/tags/tag371.xml" ContentType="application/vnd.openxmlformats-officedocument.presentationml.tags+xml"/>
  <ns0:Override PartName="/ppt/tags/tag372.xml" ContentType="application/vnd.openxmlformats-officedocument.presentationml.tags+xml"/>
  <ns0:Override PartName="/ppt/tags/tag373.xml" ContentType="application/vnd.openxmlformats-officedocument.presentationml.tags+xml"/>
  <ns0:Override PartName="/ppt/tags/tag374.xml" ContentType="application/vnd.openxmlformats-officedocument.presentationml.tags+xml"/>
  <ns0:Override PartName="/ppt/tags/tag375.xml" ContentType="application/vnd.openxmlformats-officedocument.presentationml.tags+xml"/>
  <ns0:Override PartName="/ppt/tags/tag376.xml" ContentType="application/vnd.openxmlformats-officedocument.presentationml.tags+xml"/>
  <ns0:Override PartName="/ppt/tags/tag377.xml" ContentType="application/vnd.openxmlformats-officedocument.presentationml.tags+xml"/>
  <ns0:Override PartName="/ppt/tags/tag378.xml" ContentType="application/vnd.openxmlformats-officedocument.presentationml.tags+xml"/>
  <ns0:Override PartName="/ppt/tags/tag379.xml" ContentType="application/vnd.openxmlformats-officedocument.presentationml.tags+xml"/>
  <ns0:Override PartName="/ppt/tags/tag380.xml" ContentType="application/vnd.openxmlformats-officedocument.presentationml.tags+xml"/>
  <ns0:Override PartName="/ppt/tags/tag381.xml" ContentType="application/vnd.openxmlformats-officedocument.presentationml.tags+xml"/>
  <ns0:Override PartName="/ppt/tags/tag382.xml" ContentType="application/vnd.openxmlformats-officedocument.presentationml.tags+xml"/>
  <ns0:Override PartName="/ppt/tags/tag383.xml" ContentType="application/vnd.openxmlformats-officedocument.presentationml.tags+xml"/>
  <ns0:Override PartName="/ppt/tags/tag384.xml" ContentType="application/vnd.openxmlformats-officedocument.presentationml.tags+xml"/>
  <ns0:Override PartName="/ppt/tags/tag385.xml" ContentType="application/vnd.openxmlformats-officedocument.presentationml.tags+xml"/>
  <ns0:Override PartName="/ppt/tags/tag386.xml" ContentType="application/vnd.openxmlformats-officedocument.presentationml.tags+xml"/>
  <ns0:Override PartName="/ppt/tags/tag387.xml" ContentType="application/vnd.openxmlformats-officedocument.presentationml.tags+xml"/>
  <ns0:Override PartName="/ppt/tags/tag388.xml" ContentType="application/vnd.openxmlformats-officedocument.presentationml.tags+xml"/>
  <ns0:Override PartName="/ppt/tags/tag389.xml" ContentType="application/vnd.openxmlformats-officedocument.presentationml.tags+xml"/>
  <ns0:Override PartName="/ppt/tags/tag390.xml" ContentType="application/vnd.openxmlformats-officedocument.presentationml.tags+xml"/>
  <ns0:Override PartName="/ppt/tags/tag391.xml" ContentType="application/vnd.openxmlformats-officedocument.presentationml.tags+xml"/>
  <ns0:Override PartName="/ppt/tags/tag392.xml" ContentType="application/vnd.openxmlformats-officedocument.presentationml.tags+xml"/>
  <ns0:Override PartName="/ppt/tags/tag393.xml" ContentType="application/vnd.openxmlformats-officedocument.presentationml.tags+xml"/>
  <ns0:Override PartName="/ppt/tags/tag394.xml" ContentType="application/vnd.openxmlformats-officedocument.presentationml.tags+xml"/>
  <ns0:Override PartName="/ppt/tags/tag395.xml" ContentType="application/vnd.openxmlformats-officedocument.presentationml.tags+xml"/>
  <ns0:Override PartName="/ppt/tags/tag396.xml" ContentType="application/vnd.openxmlformats-officedocument.presentationml.tags+xml"/>
  <ns0:Override PartName="/ppt/tags/tag397.xml" ContentType="application/vnd.openxmlformats-officedocument.presentationml.tags+xml"/>
  <ns0:Override PartName="/ppt/tags/tag398.xml" ContentType="application/vnd.openxmlformats-officedocument.presentationml.tags+xml"/>
  <ns0:Override PartName="/ppt/tags/tag399.xml" ContentType="application/vnd.openxmlformats-officedocument.presentationml.tags+xml"/>
  <ns0:Override PartName="/ppt/tags/tag400.xml" ContentType="application/vnd.openxmlformats-officedocument.presentationml.tags+xml"/>
  <ns0:Override PartName="/ppt/tags/tag401.xml" ContentType="application/vnd.openxmlformats-officedocument.presentationml.tags+xml"/>
  <ns0:Override PartName="/ppt/tags/tag402.xml" ContentType="application/vnd.openxmlformats-officedocument.presentationml.tags+xml"/>
  <ns0:Override PartName="/ppt/tags/tag403.xml" ContentType="application/vnd.openxmlformats-officedocument.presentationml.tags+xml"/>
  <ns0:Override PartName="/ppt/tags/tag404.xml" ContentType="application/vnd.openxmlformats-officedocument.presentationml.tags+xml"/>
  <ns0:Override PartName="/ppt/tags/tag405.xml" ContentType="application/vnd.openxmlformats-officedocument.presentationml.tags+xml"/>
  <ns0:Override PartName="/ppt/tags/tag406.xml" ContentType="application/vnd.openxmlformats-officedocument.presentationml.tags+xml"/>
  <ns0:Override PartName="/ppt/tags/tag407.xml" ContentType="application/vnd.openxmlformats-officedocument.presentationml.tags+xml"/>
  <ns0:Override PartName="/ppt/tags/tag408.xml" ContentType="application/vnd.openxmlformats-officedocument.presentationml.tags+xml"/>
  <ns0:Override PartName="/ppt/tags/tag409.xml" ContentType="application/vnd.openxmlformats-officedocument.presentationml.tags+xml"/>
  <ns0:Override PartName="/ppt/tags/tag410.xml" ContentType="application/vnd.openxmlformats-officedocument.presentationml.tags+xml"/>
  <ns0:Override PartName="/ppt/tags/tag411.xml" ContentType="application/vnd.openxmlformats-officedocument.presentationml.tags+xml"/>
  <ns0:Override PartName="/ppt/tags/tag412.xml" ContentType="application/vnd.openxmlformats-officedocument.presentationml.tags+xml"/>
  <ns0:Override PartName="/ppt/tags/tag413.xml" ContentType="application/vnd.openxmlformats-officedocument.presentationml.tags+xml"/>
  <ns0:Override PartName="/ppt/tags/tag414.xml" ContentType="application/vnd.openxmlformats-officedocument.presentationml.tags+xml"/>
  <ns0:Override PartName="/ppt/tags/tag415.xml" ContentType="application/vnd.openxmlformats-officedocument.presentationml.tags+xml"/>
  <ns0:Override PartName="/ppt/tags/tag416.xml" ContentType="application/vnd.openxmlformats-officedocument.presentationml.tags+xml"/>
  <ns0:Override PartName="/ppt/tags/tag417.xml" ContentType="application/vnd.openxmlformats-officedocument.presentationml.tags+xml"/>
  <ns0:Override PartName="/ppt/tags/tag418.xml" ContentType="application/vnd.openxmlformats-officedocument.presentationml.tags+xml"/>
  <ns0:Override PartName="/ppt/tags/tag419.xml" ContentType="application/vnd.openxmlformats-officedocument.presentationml.tags+xml"/>
  <ns0:Override PartName="/ppt/tags/tag420.xml" ContentType="application/vnd.openxmlformats-officedocument.presentationml.tags+xml"/>
  <ns0:Override PartName="/ppt/tags/tag421.xml" ContentType="application/vnd.openxmlformats-officedocument.presentationml.tags+xml"/>
  <ns0:Override PartName="/ppt/tags/tag422.xml" ContentType="application/vnd.openxmlformats-officedocument.presentationml.tags+xml"/>
  <ns0:Override PartName="/ppt/tags/tag423.xml" ContentType="application/vnd.openxmlformats-officedocument.presentationml.tags+xml"/>
  <ns0:Override PartName="/ppt/tags/tag424.xml" ContentType="application/vnd.openxmlformats-officedocument.presentationml.tags+xml"/>
  <ns0:Override PartName="/ppt/tags/tag425.xml" ContentType="application/vnd.openxmlformats-officedocument.presentationml.tags+xml"/>
  <ns0:Override PartName="/ppt/tags/tag426.xml" ContentType="application/vnd.openxmlformats-officedocument.presentationml.tags+xml"/>
  <ns0:Override PartName="/ppt/tags/tag427.xml" ContentType="application/vnd.openxmlformats-officedocument.presentationml.tags+xml"/>
  <ns0:Override PartName="/ppt/tags/tag428.xml" ContentType="application/vnd.openxmlformats-officedocument.presentationml.tags+xml"/>
  <ns0:Override PartName="/ppt/tags/tag429.xml" ContentType="application/vnd.openxmlformats-officedocument.presentationml.tags+xml"/>
  <ns0:Override PartName="/ppt/tags/tag430.xml" ContentType="application/vnd.openxmlformats-officedocument.presentationml.tags+xml"/>
  <ns0:Override PartName="/ppt/tags/tag431.xml" ContentType="application/vnd.openxmlformats-officedocument.presentationml.tags+xml"/>
  <ns0:Override PartName="/ppt/tags/tag432.xml" ContentType="application/vnd.openxmlformats-officedocument.presentationml.tags+xml"/>
  <ns0:Override PartName="/ppt/tags/tag433.xml" ContentType="application/vnd.openxmlformats-officedocument.presentationml.tags+xml"/>
  <ns0:Override PartName="/ppt/tags/tag434.xml" ContentType="application/vnd.openxmlformats-officedocument.presentationml.tags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docProps/custom.xml" ContentType="application/vnd.openxmlformats-officedocument.custom-properties+xml"/>
</ns0: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embedTrueType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320" r:id="rId4"/>
    <p:sldId id="326" r:id="rId5"/>
    <p:sldId id="338" r:id="rId6"/>
    <p:sldId id="330" r:id="rId7"/>
    <p:sldId id="313" r:id="rId8"/>
    <p:sldId id="306" r:id="rId9"/>
    <p:sldId id="331" r:id="rId10"/>
    <p:sldId id="345" r:id="rId11"/>
    <p:sldId id="316" r:id="rId12"/>
    <p:sldId id="337" r:id="rId13"/>
    <p:sldId id="333" r:id="rId14"/>
    <p:sldId id="347" r:id="rId15"/>
    <p:sldId id="346" r:id="rId16"/>
    <p:sldId id="327" r:id="rId17"/>
    <p:sldId id="281" r:id="rId18"/>
  </p:sldIdLst>
  <p:sldSz cx="12192000" cy="6858000" type="screen16x9"/>
  <p:notesSz cx="6858000" cy="9144000"/>
  <p:embeddedFontLst>
    <p:embeddedFont>
      <p:font typeface="标准粗黑" panose="02010600030101010101" charset="-122"/>
      <p:regular r:id="rId21"/>
    </p:embeddedFont>
    <p:embeddedFont>
      <p:font typeface="仓耳玄三M W05" panose="02010600030101010101" charset="-128"/>
      <p:regular r:id="rId22"/>
    </p:embeddedFont>
    <p:embeddedFont>
      <p:font typeface="汉仪汉黑简" panose="02010600030101010101" charset="-122"/>
      <p:regular r:id="rId23"/>
    </p:embeddedFont>
    <p:embeddedFont>
      <p:font typeface="汉仪菱心体简" panose="02010600030101010101" charset="-122"/>
      <p:regular r:id="rId24"/>
    </p:embeddedFont>
    <p:embeddedFont>
      <p:font typeface="汉仪雅酷黑简" panose="02010600030101010101" charset="-122"/>
      <p:regular r:id="rId25"/>
    </p:embeddedFont>
    <p:embeddedFont>
      <p:font typeface="汉仪铸字美心体简" panose="02010600030101010101" charset="-122"/>
      <p:regular r:id="rId26"/>
    </p:embeddedFont>
    <p:embeddedFont>
      <p:font typeface="金山云技术体" panose="02010600030101010101" charset="-122"/>
      <p:regular r:id="rId27"/>
    </p:embeddedFont>
    <p:embeddedFont>
      <p:font typeface="华文行楷" panose="02010800040101010101" pitchFamily="2" charset="-122"/>
      <p:regular r:id="rId28"/>
    </p:embeddedFont>
    <p:embeddedFont>
      <p:font typeface="华文中宋" panose="02010600040101010101" pitchFamily="2" charset="-122"/>
      <p:regular r:id="rId29"/>
    </p:embeddedFont>
    <p:embeddedFont>
      <p:font typeface="微软雅黑" panose="020B0503020204020204" pitchFamily="34" charset="-122"/>
      <p:regular r:id="rId30"/>
      <p:bold r:id="rId31"/>
    </p:embeddedFont>
  </p:embeddedFontLst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>
        <ns3:guide id="1" orient="horz" pos="457" userDrawn="1">
          <ns3:clr>
            <a:srgbClr val="A4A3A4"/>
          </ns3:clr>
        </ns3:guide>
        <ns3:guide id="2" pos="281" userDrawn="1">
          <ns3:clr>
            <a:srgbClr val="A4A3A4"/>
          </ns3:clr>
        </ns3:guide>
        <ns3:guide id="3" orient="horz" pos="2790" userDrawn="1">
          <ns3:clr>
            <a:srgbClr val="A4A3A4"/>
          </ns3:clr>
        </ns3:guide>
      </ns3:sldGuideLst>
    </p:ext>
    <p:ext uri="{2D200454-40CA-4A62-9FC3-DE9A4176ACB9}">
      <ns3:notes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3B68BF"/>
    <a:srgbClr val="56E9B7"/>
    <a:srgbClr val="C81D31"/>
    <a:srgbClr val="7B91BA"/>
    <a:srgbClr val="3BD8FF"/>
    <a:srgbClr val="68D4E8"/>
    <a:srgbClr val="FEFFFF"/>
    <a:srgbClr val="FDFFFF"/>
    <a:srgbClr val="A159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A1AE3A3-C5C9-4FBB-9C89-2427CB3F3369}" styleName="表样式 1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856E3AB-D6A9-4A72-BF98-4B26A3FD7955}" styleName="表样式 1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C7E63CD6-A801-49E2-9E87-8BEA0DC77F4D}" styleName="表样式 1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F274546-462F-41A0-A9F5-FFD48493F42F}" styleName="表样式 1 25">
    <a:wholeTbl>
      <a:tcTxStyle>
        <a:fontRef idx="none">
          <a:srgbClr val="000000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6">
              <a:lumMod val="10000"/>
              <a:lumOff val="90000"/>
            </a:schemeClr>
          </a:solidFill>
        </a:fill>
      </a:tcStyle>
    </a:band2H>
    <a:band1V>
      <a:tcStyle>
        <a:tcBdr/>
        <a:fill>
          <a:solidFill>
            <a:schemeClr val="accent6">
              <a:lumMod val="10000"/>
              <a:lumOff val="90000"/>
            </a:schemeClr>
          </a:solidFill>
        </a:fill>
      </a:tcStyle>
    </a:band1V>
    <a:band2V>
      <a:tcStyle>
        <a:tcBdr>
          <a:lef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</a:tcStyle>
    </a:band2V>
    <a:la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6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6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6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Style>
        <a:tcBdr>
          <a:left>
            <a:ln>
              <a:noFill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 b="on">
        <a:fontRef idx="none">
          <a:schemeClr val="accent6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>
              <a:noFill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83" autoAdjust="0"/>
  </p:normalViewPr>
  <p:slideViewPr>
    <p:cSldViewPr snapToGrid="0" showGuides="1">
      <p:cViewPr varScale="1">
        <p:scale>
          <a:sx n="159" d="100"/>
          <a:sy n="159" d="100"/>
        </p:scale>
        <p:origin x="76" y="240"/>
      </p:cViewPr>
      <p:guideLst>
        <p:guide orient="horz" pos="457"/>
        <p:guide pos="281"/>
        <p:guide orient="horz" pos="279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48"/>
    </p:cViewPr>
  </p:sorter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2025/8/19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3" Type="http://schemas.openxmlformats.org/officeDocument/2006/relationships/image" Target="../media/image1.png" /><ns0:Relationship Id="rId2" Type="http://schemas.openxmlformats.org/officeDocument/2006/relationships/slideLayout" Target="../slideLayouts/slideLayout1.xml" /><ns0:Relationship Id="rId1" Type="http://schemas.openxmlformats.org/officeDocument/2006/relationships/tags" Target="../tags/tag64.xml" /><ns0:Relationship Id="rId5" Type="http://schemas.openxmlformats.org/officeDocument/2006/relationships/image" Target="../media/image3.png" /><ns0:Relationship Id="rId4" Type="http://schemas.openxmlformats.org/officeDocument/2006/relationships/image" Target="../media/image2.png" /><ns0:Relationship Id="rIdTechnicalImage" Type="http://schemas.openxmlformats.org/officeDocument/2006/relationships/image" Target="../media/cetc_p03.png" /></ns0:Relationships>
</file>

<file path=ppt/slides/_rels/slide2.xml.rels><?xml version='1.0' encoding='utf-8'?>
<ns0:Relationships xmlns:ns0="http://schemas.openxmlformats.org/package/2006/relationships"><ns0:Relationship Id="rId8" Type="http://schemas.openxmlformats.org/officeDocument/2006/relationships/tags" Target="../tags/tag72.xml" /><ns0:Relationship Id="rId13" Type="http://schemas.openxmlformats.org/officeDocument/2006/relationships/image" Target="../media/image4.png" /><ns0:Relationship Id="rId3" Type="http://schemas.openxmlformats.org/officeDocument/2006/relationships/tags" Target="../tags/tag67.xml" /><ns0:Relationship Id="rId7" Type="http://schemas.openxmlformats.org/officeDocument/2006/relationships/tags" Target="../tags/tag71.xml" /><ns0:Relationship Id="rId12" Type="http://schemas.openxmlformats.org/officeDocument/2006/relationships/slideLayout" Target="../slideLayouts/slideLayout1.xml" /><ns0:Relationship Id="rId2" Type="http://schemas.openxmlformats.org/officeDocument/2006/relationships/tags" Target="../tags/tag66.xml" /><ns0:Relationship Id="rId1" Type="http://schemas.openxmlformats.org/officeDocument/2006/relationships/tags" Target="../tags/tag65.xml" /><ns0:Relationship Id="rId6" Type="http://schemas.openxmlformats.org/officeDocument/2006/relationships/tags" Target="../tags/tag70.xml" /><ns0:Relationship Id="rId11" Type="http://schemas.openxmlformats.org/officeDocument/2006/relationships/tags" Target="../tags/tag75.xml" /><ns0:Relationship Id="rId5" Type="http://schemas.openxmlformats.org/officeDocument/2006/relationships/tags" Target="../tags/tag69.xml" /><ns0:Relationship Id="rId10" Type="http://schemas.openxmlformats.org/officeDocument/2006/relationships/tags" Target="../tags/tag74.xml" /><ns0:Relationship Id="rId4" Type="http://schemas.openxmlformats.org/officeDocument/2006/relationships/tags" Target="../tags/tag68.xml" /><ns0:Relationship Id="rId9" Type="http://schemas.openxmlformats.org/officeDocument/2006/relationships/tags" Target="../tags/tag73.xml" /><ns0:Relationship Id="rIdTechnicalImage" Type="http://schemas.openxmlformats.org/officeDocument/2006/relationships/image" Target="../media/cetc_p04.png" /></ns0:Relationships>
</file>

<file path=ppt/slides/_rels/slide3.xml.rels><?xml version='1.0' encoding='utf-8'?>
<ns0:Relationships xmlns:ns0="http://schemas.openxmlformats.org/package/2006/relationships"><ns0:Relationship Id="rId13" Type="http://schemas.openxmlformats.org/officeDocument/2006/relationships/tags" Target="../tags/tag88.xml" /><ns0:Relationship Id="rId18" Type="http://schemas.openxmlformats.org/officeDocument/2006/relationships/tags" Target="../tags/tag93.xml" /><ns0:Relationship Id="rId26" Type="http://schemas.openxmlformats.org/officeDocument/2006/relationships/tags" Target="../tags/tag101.xml" /><ns0:Relationship Id="rId3" Type="http://schemas.openxmlformats.org/officeDocument/2006/relationships/tags" Target="../tags/tag78.xml" /><ns0:Relationship Id="rId21" Type="http://schemas.openxmlformats.org/officeDocument/2006/relationships/tags" Target="../tags/tag96.xml" /><ns0:Relationship Id="rId34" Type="http://schemas.openxmlformats.org/officeDocument/2006/relationships/image" Target="../media/image10.svg" /><ns0:Relationship Id="rId7" Type="http://schemas.openxmlformats.org/officeDocument/2006/relationships/tags" Target="../tags/tag82.xml" /><ns0:Relationship Id="rId12" Type="http://schemas.openxmlformats.org/officeDocument/2006/relationships/tags" Target="../tags/tag87.xml" /><ns0:Relationship Id="rId17" Type="http://schemas.openxmlformats.org/officeDocument/2006/relationships/tags" Target="../tags/tag92.xml" /><ns0:Relationship Id="rId25" Type="http://schemas.openxmlformats.org/officeDocument/2006/relationships/tags" Target="../tags/tag100.xml" /><ns0:Relationship Id="rId33" Type="http://schemas.openxmlformats.org/officeDocument/2006/relationships/image" Target="../media/image9.png" /><ns0:Relationship Id="rId2" Type="http://schemas.openxmlformats.org/officeDocument/2006/relationships/tags" Target="../tags/tag77.xml" /><ns0:Relationship Id="rId16" Type="http://schemas.openxmlformats.org/officeDocument/2006/relationships/tags" Target="../tags/tag91.xml" /><ns0:Relationship Id="rId20" Type="http://schemas.openxmlformats.org/officeDocument/2006/relationships/tags" Target="../tags/tag95.xml" /><ns0:Relationship Id="rId29" Type="http://schemas.microsoft.com/office/2007/relationships/hdphoto" Target="../media/hdphoto1.wdp" /><ns0:Relationship Id="rId1" Type="http://schemas.openxmlformats.org/officeDocument/2006/relationships/tags" Target="../tags/tag76.xml" /><ns0:Relationship Id="rId6" Type="http://schemas.openxmlformats.org/officeDocument/2006/relationships/tags" Target="../tags/tag81.xml" /><ns0:Relationship Id="rId11" Type="http://schemas.openxmlformats.org/officeDocument/2006/relationships/tags" Target="../tags/tag86.xml" /><ns0:Relationship Id="rId24" Type="http://schemas.openxmlformats.org/officeDocument/2006/relationships/tags" Target="../tags/tag99.xml" /><ns0:Relationship Id="rId32" Type="http://schemas.openxmlformats.org/officeDocument/2006/relationships/image" Target="../media/image8.svg" /><ns0:Relationship Id="rId5" Type="http://schemas.openxmlformats.org/officeDocument/2006/relationships/tags" Target="../tags/tag80.xml" /><ns0:Relationship Id="rId15" Type="http://schemas.openxmlformats.org/officeDocument/2006/relationships/tags" Target="../tags/tag90.xml" /><ns0:Relationship Id="rId23" Type="http://schemas.openxmlformats.org/officeDocument/2006/relationships/tags" Target="../tags/tag98.xml" /><ns0:Relationship Id="rId28" Type="http://schemas.openxmlformats.org/officeDocument/2006/relationships/image" Target="../media/image5.png" /><ns0:Relationship Id="rId10" Type="http://schemas.openxmlformats.org/officeDocument/2006/relationships/tags" Target="../tags/tag85.xml" /><ns0:Relationship Id="rId19" Type="http://schemas.openxmlformats.org/officeDocument/2006/relationships/tags" Target="../tags/tag94.xml" /><ns0:Relationship Id="rId31" Type="http://schemas.openxmlformats.org/officeDocument/2006/relationships/image" Target="../media/image7.png" /><ns0:Relationship Id="rId4" Type="http://schemas.openxmlformats.org/officeDocument/2006/relationships/tags" Target="../tags/tag79.xml" /><ns0:Relationship Id="rId9" Type="http://schemas.openxmlformats.org/officeDocument/2006/relationships/tags" Target="../tags/tag84.xml" /><ns0:Relationship Id="rId14" Type="http://schemas.openxmlformats.org/officeDocument/2006/relationships/tags" Target="../tags/tag89.xml" /><ns0:Relationship Id="rId22" Type="http://schemas.openxmlformats.org/officeDocument/2006/relationships/tags" Target="../tags/tag97.xml" /><ns0:Relationship Id="rId27" Type="http://schemas.openxmlformats.org/officeDocument/2006/relationships/slideLayout" Target="../slideLayouts/slideLayout7.xml" /><ns0:Relationship Id="rId30" Type="http://schemas.openxmlformats.org/officeDocument/2006/relationships/image" Target="../media/image6.png" /><ns0:Relationship Id="rId8" Type="http://schemas.openxmlformats.org/officeDocument/2006/relationships/tags" Target="../tags/tag83.xml" /><ns0:Relationship Id="rIdTechnicalImage" Type="http://schemas.openxmlformats.org/officeDocument/2006/relationships/image" Target="../media/cetc_p05.png" /></ns0:Relationships>
</file>

<file path=ppt/slides/_rels/slide4.xml.rels><?xml version='1.0' encoding='utf-8'?>
<ns0:Relationships xmlns:ns0="http://schemas.openxmlformats.org/package/2006/relationships"><ns0:Relationship Id="rId8" Type="http://schemas.openxmlformats.org/officeDocument/2006/relationships/tags" Target="../tags/tag109.xml" /><ns0:Relationship Id="rId13" Type="http://schemas.openxmlformats.org/officeDocument/2006/relationships/tags" Target="../tags/tag114.xml" /><ns0:Relationship Id="rId18" Type="http://schemas.openxmlformats.org/officeDocument/2006/relationships/image" Target="../media/image5.png" /><ns0:Relationship Id="rId3" Type="http://schemas.openxmlformats.org/officeDocument/2006/relationships/tags" Target="../tags/tag104.xml" /><ns0:Relationship Id="rId7" Type="http://schemas.openxmlformats.org/officeDocument/2006/relationships/tags" Target="../tags/tag108.xml" /><ns0:Relationship Id="rId12" Type="http://schemas.openxmlformats.org/officeDocument/2006/relationships/tags" Target="../tags/tag113.xml" /><ns0:Relationship Id="rId17" Type="http://schemas.openxmlformats.org/officeDocument/2006/relationships/image" Target="../media/image11.emf" /><ns0:Relationship Id="rId2" Type="http://schemas.openxmlformats.org/officeDocument/2006/relationships/tags" Target="../tags/tag103.xml" /><ns0:Relationship Id="rId16" Type="http://schemas.openxmlformats.org/officeDocument/2006/relationships/slideLayout" Target="../slideLayouts/slideLayout7.xml" /><ns0:Relationship Id="rId20" Type="http://schemas.openxmlformats.org/officeDocument/2006/relationships/image" Target="../media/image6.png" /><ns0:Relationship Id="rId1" Type="http://schemas.openxmlformats.org/officeDocument/2006/relationships/tags" Target="../tags/tag102.xml" /><ns0:Relationship Id="rId6" Type="http://schemas.openxmlformats.org/officeDocument/2006/relationships/tags" Target="../tags/tag107.xml" /><ns0:Relationship Id="rId11" Type="http://schemas.openxmlformats.org/officeDocument/2006/relationships/tags" Target="../tags/tag112.xml" /><ns0:Relationship Id="rId5" Type="http://schemas.openxmlformats.org/officeDocument/2006/relationships/tags" Target="../tags/tag106.xml" /><ns0:Relationship Id="rId15" Type="http://schemas.openxmlformats.org/officeDocument/2006/relationships/tags" Target="../tags/tag116.xml" /><ns0:Relationship Id="rId10" Type="http://schemas.openxmlformats.org/officeDocument/2006/relationships/tags" Target="../tags/tag111.xml" /><ns0:Relationship Id="rId19" Type="http://schemas.microsoft.com/office/2007/relationships/hdphoto" Target="../media/hdphoto1.wdp" /><ns0:Relationship Id="rId4" Type="http://schemas.openxmlformats.org/officeDocument/2006/relationships/tags" Target="../tags/tag105.xml" /><ns0:Relationship Id="rId9" Type="http://schemas.openxmlformats.org/officeDocument/2006/relationships/tags" Target="../tags/tag110.xml" /><ns0:Relationship Id="rId14" Type="http://schemas.openxmlformats.org/officeDocument/2006/relationships/tags" Target="../tags/tag115.xml" /><ns0:Relationship Id="rIdTechnicalImage" Type="http://schemas.openxmlformats.org/officeDocument/2006/relationships/image" Target="../media/cetc_p06.png" /></ns0:Relationships>
</file>

<file path=ppt/slides/_rels/slide5.xml.rels><?xml version='1.0' encoding='utf-8'?>
<ns0:Relationships xmlns:ns0="http://schemas.openxmlformats.org/package/2006/relationships"><ns0:Relationship Id="rId13" Type="http://schemas.openxmlformats.org/officeDocument/2006/relationships/tags" Target="../tags/tag129.xml" /><ns0:Relationship Id="rId18" Type="http://schemas.openxmlformats.org/officeDocument/2006/relationships/tags" Target="../tags/tag134.xml" /><ns0:Relationship Id="rId26" Type="http://schemas.openxmlformats.org/officeDocument/2006/relationships/tags" Target="../tags/tag142.xml" /><ns0:Relationship Id="rId39" Type="http://schemas.openxmlformats.org/officeDocument/2006/relationships/notesSlide" Target="../notesSlides/notesSlide1.xml" /><ns0:Relationship Id="rId21" Type="http://schemas.openxmlformats.org/officeDocument/2006/relationships/tags" Target="../tags/tag137.xml" /><ns0:Relationship Id="rId34" Type="http://schemas.openxmlformats.org/officeDocument/2006/relationships/tags" Target="../tags/tag150.xml" /><ns0:Relationship Id="rId42" Type="http://schemas.openxmlformats.org/officeDocument/2006/relationships/image" Target="../media/image6.png" /><ns0:Relationship Id="rId7" Type="http://schemas.openxmlformats.org/officeDocument/2006/relationships/tags" Target="../tags/tag123.xml" /><ns0:Relationship Id="rId2" Type="http://schemas.openxmlformats.org/officeDocument/2006/relationships/tags" Target="../tags/tag118.xml" /><ns0:Relationship Id="rId16" Type="http://schemas.openxmlformats.org/officeDocument/2006/relationships/tags" Target="../tags/tag132.xml" /><ns0:Relationship Id="rId20" Type="http://schemas.openxmlformats.org/officeDocument/2006/relationships/tags" Target="../tags/tag136.xml" /><ns0:Relationship Id="rId29" Type="http://schemas.openxmlformats.org/officeDocument/2006/relationships/tags" Target="../tags/tag145.xml" /><ns0:Relationship Id="rId41" Type="http://schemas.microsoft.com/office/2007/relationships/hdphoto" Target="../media/hdphoto1.wdp" /><ns0:Relationship Id="rId1" Type="http://schemas.openxmlformats.org/officeDocument/2006/relationships/tags" Target="../tags/tag117.xml" /><ns0:Relationship Id="rId6" Type="http://schemas.openxmlformats.org/officeDocument/2006/relationships/tags" Target="../tags/tag122.xml" /><ns0:Relationship Id="rId11" Type="http://schemas.openxmlformats.org/officeDocument/2006/relationships/tags" Target="../tags/tag127.xml" /><ns0:Relationship Id="rId24" Type="http://schemas.openxmlformats.org/officeDocument/2006/relationships/tags" Target="../tags/tag140.xml" /><ns0:Relationship Id="rId32" Type="http://schemas.openxmlformats.org/officeDocument/2006/relationships/tags" Target="../tags/tag148.xml" /><ns0:Relationship Id="rId37" Type="http://schemas.openxmlformats.org/officeDocument/2006/relationships/tags" Target="../tags/tag153.xml" /><ns0:Relationship Id="rId40" Type="http://schemas.openxmlformats.org/officeDocument/2006/relationships/image" Target="../media/image5.png" /><ns0:Relationship Id="rId5" Type="http://schemas.openxmlformats.org/officeDocument/2006/relationships/tags" Target="../tags/tag121.xml" /><ns0:Relationship Id="rId15" Type="http://schemas.openxmlformats.org/officeDocument/2006/relationships/tags" Target="../tags/tag131.xml" /><ns0:Relationship Id="rId23" Type="http://schemas.openxmlformats.org/officeDocument/2006/relationships/tags" Target="../tags/tag139.xml" /><ns0:Relationship Id="rId28" Type="http://schemas.openxmlformats.org/officeDocument/2006/relationships/tags" Target="../tags/tag144.xml" /><ns0:Relationship Id="rId36" Type="http://schemas.openxmlformats.org/officeDocument/2006/relationships/tags" Target="../tags/tag152.xml" /><ns0:Relationship Id="rId10" Type="http://schemas.openxmlformats.org/officeDocument/2006/relationships/tags" Target="../tags/tag126.xml" /><ns0:Relationship Id="rId19" Type="http://schemas.openxmlformats.org/officeDocument/2006/relationships/tags" Target="../tags/tag135.xml" /><ns0:Relationship Id="rId31" Type="http://schemas.openxmlformats.org/officeDocument/2006/relationships/tags" Target="../tags/tag147.xml" /><ns0:Relationship Id="rId44" Type="http://schemas.openxmlformats.org/officeDocument/2006/relationships/image" Target="../media/image13.svg" /><ns0:Relationship Id="rId4" Type="http://schemas.openxmlformats.org/officeDocument/2006/relationships/tags" Target="../tags/tag120.xml" /><ns0:Relationship Id="rId9" Type="http://schemas.openxmlformats.org/officeDocument/2006/relationships/tags" Target="../tags/tag125.xml" /><ns0:Relationship Id="rId14" Type="http://schemas.openxmlformats.org/officeDocument/2006/relationships/tags" Target="../tags/tag130.xml" /><ns0:Relationship Id="rId22" Type="http://schemas.openxmlformats.org/officeDocument/2006/relationships/tags" Target="../tags/tag138.xml" /><ns0:Relationship Id="rId27" Type="http://schemas.openxmlformats.org/officeDocument/2006/relationships/tags" Target="../tags/tag143.xml" /><ns0:Relationship Id="rId30" Type="http://schemas.openxmlformats.org/officeDocument/2006/relationships/tags" Target="../tags/tag146.xml" /><ns0:Relationship Id="rId35" Type="http://schemas.openxmlformats.org/officeDocument/2006/relationships/tags" Target="../tags/tag151.xml" /><ns0:Relationship Id="rId43" Type="http://schemas.openxmlformats.org/officeDocument/2006/relationships/image" Target="../media/image12.png" /><ns0:Relationship Id="rId8" Type="http://schemas.openxmlformats.org/officeDocument/2006/relationships/tags" Target="../tags/tag124.xml" /><ns0:Relationship Id="rId3" Type="http://schemas.openxmlformats.org/officeDocument/2006/relationships/tags" Target="../tags/tag119.xml" /><ns0:Relationship Id="rId12" Type="http://schemas.openxmlformats.org/officeDocument/2006/relationships/tags" Target="../tags/tag128.xml" /><ns0:Relationship Id="rId17" Type="http://schemas.openxmlformats.org/officeDocument/2006/relationships/tags" Target="../tags/tag133.xml" /><ns0:Relationship Id="rId25" Type="http://schemas.openxmlformats.org/officeDocument/2006/relationships/tags" Target="../tags/tag141.xml" /><ns0:Relationship Id="rId33" Type="http://schemas.openxmlformats.org/officeDocument/2006/relationships/tags" Target="../tags/tag149.xml" /><ns0:Relationship Id="rId38" Type="http://schemas.openxmlformats.org/officeDocument/2006/relationships/slideLayout" Target="../slideLayouts/slideLayout7.xml" /><ns0:Relationship Id="rIdTechnicalImage" Type="http://schemas.openxmlformats.org/officeDocument/2006/relationships/image" Target="../media/cetc_p07.png" /></ns0:Relationships>
</file>

<file path=ppt/slides/_rels/slide6.xml.rels><?xml version='1.0' encoding='utf-8'?>
<ns0:Relationships xmlns:ns0="http://schemas.openxmlformats.org/package/2006/relationships"><ns0:Relationship Id="rId8" Type="http://schemas.openxmlformats.org/officeDocument/2006/relationships/tags" Target="../tags/tag161.xml" /><ns0:Relationship Id="rId13" Type="http://schemas.openxmlformats.org/officeDocument/2006/relationships/tags" Target="../tags/tag166.xml" /><ns0:Relationship Id="rId18" Type="http://schemas.openxmlformats.org/officeDocument/2006/relationships/tags" Target="../tags/tag171.xml" /><ns0:Relationship Id="rId26" Type="http://schemas.openxmlformats.org/officeDocument/2006/relationships/image" Target="../media/image5.png" /><ns0:Relationship Id="rId3" Type="http://schemas.openxmlformats.org/officeDocument/2006/relationships/tags" Target="../tags/tag156.xml" /><ns0:Relationship Id="rId21" Type="http://schemas.openxmlformats.org/officeDocument/2006/relationships/image" Target="../media/image14.emf" /><ns0:Relationship Id="rId7" Type="http://schemas.openxmlformats.org/officeDocument/2006/relationships/tags" Target="../tags/tag160.xml" /><ns0:Relationship Id="rId12" Type="http://schemas.openxmlformats.org/officeDocument/2006/relationships/tags" Target="../tags/tag165.xml" /><ns0:Relationship Id="rId17" Type="http://schemas.openxmlformats.org/officeDocument/2006/relationships/tags" Target="../tags/tag170.xml" /><ns0:Relationship Id="rId25" Type="http://schemas.openxmlformats.org/officeDocument/2006/relationships/image" Target="../media/image16.wmf" /><ns0:Relationship Id="rId2" Type="http://schemas.openxmlformats.org/officeDocument/2006/relationships/tags" Target="../tags/tag155.xml" /><ns0:Relationship Id="rId16" Type="http://schemas.openxmlformats.org/officeDocument/2006/relationships/tags" Target="../tags/tag169.xml" /><ns0:Relationship Id="rId20" Type="http://schemas.openxmlformats.org/officeDocument/2006/relationships/notesSlide" Target="../notesSlides/notesSlide2.xml" /><ns0:Relationship Id="rId1" Type="http://schemas.openxmlformats.org/officeDocument/2006/relationships/tags" Target="../tags/tag154.xml" /><ns0:Relationship Id="rId6" Type="http://schemas.openxmlformats.org/officeDocument/2006/relationships/tags" Target="../tags/tag159.xml" /><ns0:Relationship Id="rId11" Type="http://schemas.openxmlformats.org/officeDocument/2006/relationships/tags" Target="../tags/tag164.xml" /><ns0:Relationship Id="rId24" Type="http://schemas.openxmlformats.org/officeDocument/2006/relationships/oleObject" Target="../embeddings/oleObject2.bin" /><ns0:Relationship Id="rId5" Type="http://schemas.openxmlformats.org/officeDocument/2006/relationships/tags" Target="../tags/tag158.xml" /><ns0:Relationship Id="rId15" Type="http://schemas.openxmlformats.org/officeDocument/2006/relationships/tags" Target="../tags/tag168.xml" /><ns0:Relationship Id="rId23" Type="http://schemas.openxmlformats.org/officeDocument/2006/relationships/image" Target="../media/image15.wmf" /><ns0:Relationship Id="rId28" Type="http://schemas.openxmlformats.org/officeDocument/2006/relationships/image" Target="../media/image6.png" /><ns0:Relationship Id="rId10" Type="http://schemas.openxmlformats.org/officeDocument/2006/relationships/tags" Target="../tags/tag163.xml" /><ns0:Relationship Id="rId19" Type="http://schemas.openxmlformats.org/officeDocument/2006/relationships/slideLayout" Target="../slideLayouts/slideLayout7.xml" /><ns0:Relationship Id="rId4" Type="http://schemas.openxmlformats.org/officeDocument/2006/relationships/tags" Target="../tags/tag157.xml" /><ns0:Relationship Id="rId9" Type="http://schemas.openxmlformats.org/officeDocument/2006/relationships/tags" Target="../tags/tag162.xml" /><ns0:Relationship Id="rId14" Type="http://schemas.openxmlformats.org/officeDocument/2006/relationships/tags" Target="../tags/tag167.xml" /><ns0:Relationship Id="rId22" Type="http://schemas.openxmlformats.org/officeDocument/2006/relationships/oleObject" Target="../embeddings/oleObject1.bin" /><ns0:Relationship Id="rId27" Type="http://schemas.microsoft.com/office/2007/relationships/hdphoto" Target="../media/hdphoto1.wdp" /><ns0:Relationship Id="rIdTechnicalImage" Type="http://schemas.openxmlformats.org/officeDocument/2006/relationships/image" Target="../media/cetc_p08.png" /></ns0:Relationships>
</file>

<file path=ppt/slides/_rels/slide7.xml.rels><?xml version='1.0' encoding='utf-8'?>
<ns0:Relationships xmlns:ns0="http://schemas.openxmlformats.org/package/2006/relationships"><ns0:Relationship Id="rId8" Type="http://schemas.openxmlformats.org/officeDocument/2006/relationships/tags" Target="../tags/tag179.xml" /><ns0:Relationship Id="rId13" Type="http://schemas.openxmlformats.org/officeDocument/2006/relationships/tags" Target="../tags/tag184.xml" /><ns0:Relationship Id="rId18" Type="http://schemas.openxmlformats.org/officeDocument/2006/relationships/slideLayout" Target="../slideLayouts/slideLayout7.xml" /><ns0:Relationship Id="rId3" Type="http://schemas.openxmlformats.org/officeDocument/2006/relationships/tags" Target="../tags/tag174.xml" /><ns0:Relationship Id="rId21" Type="http://schemas.openxmlformats.org/officeDocument/2006/relationships/image" Target="../media/image18.svg" /><ns0:Relationship Id="rId7" Type="http://schemas.openxmlformats.org/officeDocument/2006/relationships/tags" Target="../tags/tag178.xml" /><ns0:Relationship Id="rId12" Type="http://schemas.openxmlformats.org/officeDocument/2006/relationships/tags" Target="../tags/tag183.xml" /><ns0:Relationship Id="rId17" Type="http://schemas.openxmlformats.org/officeDocument/2006/relationships/tags" Target="../tags/tag188.xml" /><ns0:Relationship Id="rId2" Type="http://schemas.openxmlformats.org/officeDocument/2006/relationships/tags" Target="../tags/tag173.xml" /><ns0:Relationship Id="rId16" Type="http://schemas.openxmlformats.org/officeDocument/2006/relationships/tags" Target="../tags/tag187.xml" /><ns0:Relationship Id="rId20" Type="http://schemas.openxmlformats.org/officeDocument/2006/relationships/image" Target="../media/image17.png" /><ns0:Relationship Id="rId1" Type="http://schemas.openxmlformats.org/officeDocument/2006/relationships/tags" Target="../tags/tag172.xml" /><ns0:Relationship Id="rId6" Type="http://schemas.openxmlformats.org/officeDocument/2006/relationships/tags" Target="../tags/tag177.xml" /><ns0:Relationship Id="rId11" Type="http://schemas.openxmlformats.org/officeDocument/2006/relationships/tags" Target="../tags/tag182.xml" /><ns0:Relationship Id="rId24" Type="http://schemas.openxmlformats.org/officeDocument/2006/relationships/image" Target="../media/image6.png" /><ns0:Relationship Id="rId5" Type="http://schemas.openxmlformats.org/officeDocument/2006/relationships/tags" Target="../tags/tag176.xml" /><ns0:Relationship Id="rId15" Type="http://schemas.openxmlformats.org/officeDocument/2006/relationships/tags" Target="../tags/tag186.xml" /><ns0:Relationship Id="rId23" Type="http://schemas.microsoft.com/office/2007/relationships/hdphoto" Target="../media/hdphoto1.wdp" /><ns0:Relationship Id="rId10" Type="http://schemas.openxmlformats.org/officeDocument/2006/relationships/tags" Target="../tags/tag181.xml" /><ns0:Relationship Id="rId19" Type="http://schemas.openxmlformats.org/officeDocument/2006/relationships/notesSlide" Target="../notesSlides/notesSlide3.xml" /><ns0:Relationship Id="rId4" Type="http://schemas.openxmlformats.org/officeDocument/2006/relationships/tags" Target="../tags/tag175.xml" /><ns0:Relationship Id="rId9" Type="http://schemas.openxmlformats.org/officeDocument/2006/relationships/tags" Target="../tags/tag180.xml" /><ns0:Relationship Id="rId14" Type="http://schemas.openxmlformats.org/officeDocument/2006/relationships/tags" Target="../tags/tag185.xml" /><ns0:Relationship Id="rId22" Type="http://schemas.openxmlformats.org/officeDocument/2006/relationships/image" Target="../media/image5.png" /><ns0:Relationship Id="rIdTechnicalImage" Type="http://schemas.openxmlformats.org/officeDocument/2006/relationships/image" Target="../media/cetc_p09.png" /></ns0:Relationships>
</file>

<file path=ppt/slides/_rels/slide8.xml.rels><?xml version='1.0' encoding='utf-8'?>
<ns0:Relationships xmlns:ns0="http://schemas.openxmlformats.org/package/2006/relationships"><ns0:Relationship Id="rId8" Type="http://schemas.openxmlformats.org/officeDocument/2006/relationships/tags" Target="../tags/tag196.xml" /><ns0:Relationship Id="rId13" Type="http://schemas.openxmlformats.org/officeDocument/2006/relationships/tags" Target="../tags/tag201.xml" /><ns0:Relationship Id="rId18" Type="http://schemas.openxmlformats.org/officeDocument/2006/relationships/slideLayout" Target="../slideLayouts/slideLayout7.xml" /><ns0:Relationship Id="rId3" Type="http://schemas.openxmlformats.org/officeDocument/2006/relationships/tags" Target="../tags/tag191.xml" /><ns0:Relationship Id="rId21" Type="http://schemas.openxmlformats.org/officeDocument/2006/relationships/image" Target="../media/image21.emf" /><ns0:Relationship Id="rId7" Type="http://schemas.openxmlformats.org/officeDocument/2006/relationships/tags" Target="../tags/tag195.xml" /><ns0:Relationship Id="rId12" Type="http://schemas.openxmlformats.org/officeDocument/2006/relationships/tags" Target="../tags/tag200.xml" /><ns0:Relationship Id="rId17" Type="http://schemas.openxmlformats.org/officeDocument/2006/relationships/tags" Target="../tags/tag205.xml" /><ns0:Relationship Id="rId2" Type="http://schemas.openxmlformats.org/officeDocument/2006/relationships/tags" Target="../tags/tag190.xml" /><ns0:Relationship Id="rId16" Type="http://schemas.openxmlformats.org/officeDocument/2006/relationships/tags" Target="../tags/tag204.xml" /><ns0:Relationship Id="rId20" Type="http://schemas.openxmlformats.org/officeDocument/2006/relationships/image" Target="../media/image20.emf" /><ns0:Relationship Id="rId1" Type="http://schemas.openxmlformats.org/officeDocument/2006/relationships/tags" Target="../tags/tag189.xml" /><ns0:Relationship Id="rId6" Type="http://schemas.openxmlformats.org/officeDocument/2006/relationships/tags" Target="../tags/tag194.xml" /><ns0:Relationship Id="rId11" Type="http://schemas.openxmlformats.org/officeDocument/2006/relationships/tags" Target="../tags/tag199.xml" /><ns0:Relationship Id="rId24" Type="http://schemas.openxmlformats.org/officeDocument/2006/relationships/image" Target="../media/image6.png" /><ns0:Relationship Id="rId5" Type="http://schemas.openxmlformats.org/officeDocument/2006/relationships/tags" Target="../tags/tag193.xml" /><ns0:Relationship Id="rId15" Type="http://schemas.openxmlformats.org/officeDocument/2006/relationships/tags" Target="../tags/tag203.xml" /><ns0:Relationship Id="rId23" Type="http://schemas.microsoft.com/office/2007/relationships/hdphoto" Target="../media/hdphoto1.wdp" /><ns0:Relationship Id="rId10" Type="http://schemas.openxmlformats.org/officeDocument/2006/relationships/tags" Target="../tags/tag198.xml" /><ns0:Relationship Id="rId19" Type="http://schemas.openxmlformats.org/officeDocument/2006/relationships/image" Target="../media/image19.emf" /><ns0:Relationship Id="rId4" Type="http://schemas.openxmlformats.org/officeDocument/2006/relationships/tags" Target="../tags/tag192.xml" /><ns0:Relationship Id="rId9" Type="http://schemas.openxmlformats.org/officeDocument/2006/relationships/tags" Target="../tags/tag197.xml" /><ns0:Relationship Id="rId14" Type="http://schemas.openxmlformats.org/officeDocument/2006/relationships/tags" Target="../tags/tag202.xml" /><ns0:Relationship Id="rId22" Type="http://schemas.openxmlformats.org/officeDocument/2006/relationships/image" Target="../media/image5.png" /><ns0:Relationship Id="rIdTechnicalImage" Type="http://schemas.openxmlformats.org/officeDocument/2006/relationships/image" Target="../media/cetc_p10.png" /></ns0:Relationships>
</file>

<file path=ppt/slides/_rels/slide9.xml.rels><?xml version='1.0' encoding='utf-8'?>
<ns0:Relationships xmlns:ns0="http://schemas.openxmlformats.org/package/2006/relationships"><ns0:Relationship Id="rId26" Type="http://schemas.openxmlformats.org/officeDocument/2006/relationships/tags" Target="../tags/tag231.xml" /><ns0:Relationship Id="rId21" Type="http://schemas.openxmlformats.org/officeDocument/2006/relationships/tags" Target="../tags/tag226.xml" /><ns0:Relationship Id="rId42" Type="http://schemas.openxmlformats.org/officeDocument/2006/relationships/tags" Target="../tags/tag247.xml" /><ns0:Relationship Id="rId47" Type="http://schemas.openxmlformats.org/officeDocument/2006/relationships/tags" Target="../tags/tag252.xml" /><ns0:Relationship Id="rId63" Type="http://schemas.openxmlformats.org/officeDocument/2006/relationships/tags" Target="../tags/tag268.xml" /><ns0:Relationship Id="rId68" Type="http://schemas.openxmlformats.org/officeDocument/2006/relationships/tags" Target="../tags/tag273.xml" /><ns0:Relationship Id="rId84" Type="http://schemas.openxmlformats.org/officeDocument/2006/relationships/tags" Target="../tags/tag289.xml" /><ns0:Relationship Id="rId89" Type="http://schemas.openxmlformats.org/officeDocument/2006/relationships/tags" Target="../tags/tag294.xml" /><ns0:Relationship Id="rId16" Type="http://schemas.openxmlformats.org/officeDocument/2006/relationships/tags" Target="../tags/tag221.xml" /><ns0:Relationship Id="rId11" Type="http://schemas.openxmlformats.org/officeDocument/2006/relationships/tags" Target="../tags/tag216.xml" /><ns0:Relationship Id="rId32" Type="http://schemas.openxmlformats.org/officeDocument/2006/relationships/tags" Target="../tags/tag237.xml" /><ns0:Relationship Id="rId37" Type="http://schemas.openxmlformats.org/officeDocument/2006/relationships/tags" Target="../tags/tag242.xml" /><ns0:Relationship Id="rId53" Type="http://schemas.openxmlformats.org/officeDocument/2006/relationships/tags" Target="../tags/tag258.xml" /><ns0:Relationship Id="rId58" Type="http://schemas.openxmlformats.org/officeDocument/2006/relationships/tags" Target="../tags/tag263.xml" /><ns0:Relationship Id="rId74" Type="http://schemas.openxmlformats.org/officeDocument/2006/relationships/tags" Target="../tags/tag279.xml" /><ns0:Relationship Id="rId79" Type="http://schemas.openxmlformats.org/officeDocument/2006/relationships/tags" Target="../tags/tag284.xml" /><ns0:Relationship Id="rId102" Type="http://schemas.microsoft.com/office/2007/relationships/hdphoto" Target="../media/hdphoto1.wdp" /><ns0:Relationship Id="rId5" Type="http://schemas.openxmlformats.org/officeDocument/2006/relationships/tags" Target="../tags/tag210.xml" /><ns0:Relationship Id="rId90" Type="http://schemas.openxmlformats.org/officeDocument/2006/relationships/tags" Target="../tags/tag295.xml" /><ns0:Relationship Id="rId95" Type="http://schemas.openxmlformats.org/officeDocument/2006/relationships/tags" Target="../tags/tag300.xml" /><ns0:Relationship Id="rId22" Type="http://schemas.openxmlformats.org/officeDocument/2006/relationships/tags" Target="../tags/tag227.xml" /><ns0:Relationship Id="rId27" Type="http://schemas.openxmlformats.org/officeDocument/2006/relationships/tags" Target="../tags/tag232.xml" /><ns0:Relationship Id="rId43" Type="http://schemas.openxmlformats.org/officeDocument/2006/relationships/tags" Target="../tags/tag248.xml" /><ns0:Relationship Id="rId48" Type="http://schemas.openxmlformats.org/officeDocument/2006/relationships/tags" Target="../tags/tag253.xml" /><ns0:Relationship Id="rId64" Type="http://schemas.openxmlformats.org/officeDocument/2006/relationships/tags" Target="../tags/tag269.xml" /><ns0:Relationship Id="rId69" Type="http://schemas.openxmlformats.org/officeDocument/2006/relationships/tags" Target="../tags/tag274.xml" /><ns0:Relationship Id="rId80" Type="http://schemas.openxmlformats.org/officeDocument/2006/relationships/tags" Target="../tags/tag285.xml" /><ns0:Relationship Id="rId85" Type="http://schemas.openxmlformats.org/officeDocument/2006/relationships/tags" Target="../tags/tag290.xml" /><ns0:Relationship Id="rId12" Type="http://schemas.openxmlformats.org/officeDocument/2006/relationships/tags" Target="../tags/tag217.xml" /><ns0:Relationship Id="rId17" Type="http://schemas.openxmlformats.org/officeDocument/2006/relationships/tags" Target="../tags/tag222.xml" /><ns0:Relationship Id="rId25" Type="http://schemas.openxmlformats.org/officeDocument/2006/relationships/tags" Target="../tags/tag230.xml" /><ns0:Relationship Id="rId33" Type="http://schemas.openxmlformats.org/officeDocument/2006/relationships/tags" Target="../tags/tag238.xml" /><ns0:Relationship Id="rId38" Type="http://schemas.openxmlformats.org/officeDocument/2006/relationships/tags" Target="../tags/tag243.xml" /><ns0:Relationship Id="rId46" Type="http://schemas.openxmlformats.org/officeDocument/2006/relationships/tags" Target="../tags/tag251.xml" /><ns0:Relationship Id="rId59" Type="http://schemas.openxmlformats.org/officeDocument/2006/relationships/tags" Target="../tags/tag264.xml" /><ns0:Relationship Id="rId67" Type="http://schemas.openxmlformats.org/officeDocument/2006/relationships/tags" Target="../tags/tag272.xml" /><ns0:Relationship Id="rId103" Type="http://schemas.openxmlformats.org/officeDocument/2006/relationships/image" Target="../media/image6.png" /><ns0:Relationship Id="rId20" Type="http://schemas.openxmlformats.org/officeDocument/2006/relationships/tags" Target="../tags/tag225.xml" /><ns0:Relationship Id="rId41" Type="http://schemas.openxmlformats.org/officeDocument/2006/relationships/tags" Target="../tags/tag246.xml" /><ns0:Relationship Id="rId54" Type="http://schemas.openxmlformats.org/officeDocument/2006/relationships/tags" Target="../tags/tag259.xml" /><ns0:Relationship Id="rId62" Type="http://schemas.openxmlformats.org/officeDocument/2006/relationships/tags" Target="../tags/tag267.xml" /><ns0:Relationship Id="rId70" Type="http://schemas.openxmlformats.org/officeDocument/2006/relationships/tags" Target="../tags/tag275.xml" /><ns0:Relationship Id="rId75" Type="http://schemas.openxmlformats.org/officeDocument/2006/relationships/tags" Target="../tags/tag280.xml" /><ns0:Relationship Id="rId83" Type="http://schemas.openxmlformats.org/officeDocument/2006/relationships/tags" Target="../tags/tag288.xml" /><ns0:Relationship Id="rId88" Type="http://schemas.openxmlformats.org/officeDocument/2006/relationships/tags" Target="../tags/tag293.xml" /><ns0:Relationship Id="rId91" Type="http://schemas.openxmlformats.org/officeDocument/2006/relationships/tags" Target="../tags/tag296.xml" /><ns0:Relationship Id="rId96" Type="http://schemas.openxmlformats.org/officeDocument/2006/relationships/tags" Target="../tags/tag301.xml" /><ns0:Relationship Id="rId1" Type="http://schemas.openxmlformats.org/officeDocument/2006/relationships/tags" Target="../tags/tag206.xml" /><ns0:Relationship Id="rId6" Type="http://schemas.openxmlformats.org/officeDocument/2006/relationships/tags" Target="../tags/tag211.xml" /><ns0:Relationship Id="rId15" Type="http://schemas.openxmlformats.org/officeDocument/2006/relationships/tags" Target="../tags/tag220.xml" /><ns0:Relationship Id="rId23" Type="http://schemas.openxmlformats.org/officeDocument/2006/relationships/tags" Target="../tags/tag228.xml" /><ns0:Relationship Id="rId28" Type="http://schemas.openxmlformats.org/officeDocument/2006/relationships/tags" Target="../tags/tag233.xml" /><ns0:Relationship Id="rId36" Type="http://schemas.openxmlformats.org/officeDocument/2006/relationships/tags" Target="../tags/tag241.xml" /><ns0:Relationship Id="rId49" Type="http://schemas.openxmlformats.org/officeDocument/2006/relationships/tags" Target="../tags/tag254.xml" /><ns0:Relationship Id="rId57" Type="http://schemas.openxmlformats.org/officeDocument/2006/relationships/tags" Target="../tags/tag262.xml" /><ns0:Relationship Id="rId10" Type="http://schemas.openxmlformats.org/officeDocument/2006/relationships/tags" Target="../tags/tag215.xml" /><ns0:Relationship Id="rId31" Type="http://schemas.openxmlformats.org/officeDocument/2006/relationships/tags" Target="../tags/tag236.xml" /><ns0:Relationship Id="rId44" Type="http://schemas.openxmlformats.org/officeDocument/2006/relationships/tags" Target="../tags/tag249.xml" /><ns0:Relationship Id="rId52" Type="http://schemas.openxmlformats.org/officeDocument/2006/relationships/tags" Target="../tags/tag257.xml" /><ns0:Relationship Id="rId60" Type="http://schemas.openxmlformats.org/officeDocument/2006/relationships/tags" Target="../tags/tag265.xml" /><ns0:Relationship Id="rId65" Type="http://schemas.openxmlformats.org/officeDocument/2006/relationships/tags" Target="../tags/tag270.xml" /><ns0:Relationship Id="rId73" Type="http://schemas.openxmlformats.org/officeDocument/2006/relationships/tags" Target="../tags/tag278.xml" /><ns0:Relationship Id="rId78" Type="http://schemas.openxmlformats.org/officeDocument/2006/relationships/tags" Target="../tags/tag283.xml" /><ns0:Relationship Id="rId81" Type="http://schemas.openxmlformats.org/officeDocument/2006/relationships/tags" Target="../tags/tag286.xml" /><ns0:Relationship Id="rId86" Type="http://schemas.openxmlformats.org/officeDocument/2006/relationships/tags" Target="../tags/tag291.xml" /><ns0:Relationship Id="rId94" Type="http://schemas.openxmlformats.org/officeDocument/2006/relationships/tags" Target="../tags/tag299.xml" /><ns0:Relationship Id="rId99" Type="http://schemas.openxmlformats.org/officeDocument/2006/relationships/tags" Target="../tags/tag304.xml" /><ns0:Relationship Id="rId101" Type="http://schemas.openxmlformats.org/officeDocument/2006/relationships/image" Target="../media/image5.png" /><ns0:Relationship Id="rId4" Type="http://schemas.openxmlformats.org/officeDocument/2006/relationships/tags" Target="../tags/tag209.xml" /><ns0:Relationship Id="rId9" Type="http://schemas.openxmlformats.org/officeDocument/2006/relationships/tags" Target="../tags/tag214.xml" /><ns0:Relationship Id="rId13" Type="http://schemas.openxmlformats.org/officeDocument/2006/relationships/tags" Target="../tags/tag218.xml" /><ns0:Relationship Id="rId18" Type="http://schemas.openxmlformats.org/officeDocument/2006/relationships/tags" Target="../tags/tag223.xml" /><ns0:Relationship Id="rId39" Type="http://schemas.openxmlformats.org/officeDocument/2006/relationships/tags" Target="../tags/tag244.xml" /><ns0:Relationship Id="rId34" Type="http://schemas.openxmlformats.org/officeDocument/2006/relationships/tags" Target="../tags/tag239.xml" /><ns0:Relationship Id="rId50" Type="http://schemas.openxmlformats.org/officeDocument/2006/relationships/tags" Target="../tags/tag255.xml" /><ns0:Relationship Id="rId55" Type="http://schemas.openxmlformats.org/officeDocument/2006/relationships/tags" Target="../tags/tag260.xml" /><ns0:Relationship Id="rId76" Type="http://schemas.openxmlformats.org/officeDocument/2006/relationships/tags" Target="../tags/tag281.xml" /><ns0:Relationship Id="rId97" Type="http://schemas.openxmlformats.org/officeDocument/2006/relationships/tags" Target="../tags/tag302.xml" /><ns0:Relationship Id="rId7" Type="http://schemas.openxmlformats.org/officeDocument/2006/relationships/tags" Target="../tags/tag212.xml" /><ns0:Relationship Id="rId71" Type="http://schemas.openxmlformats.org/officeDocument/2006/relationships/tags" Target="../tags/tag276.xml" /><ns0:Relationship Id="rId92" Type="http://schemas.openxmlformats.org/officeDocument/2006/relationships/tags" Target="../tags/tag297.xml" /><ns0:Relationship Id="rId2" Type="http://schemas.openxmlformats.org/officeDocument/2006/relationships/tags" Target="../tags/tag207.xml" /><ns0:Relationship Id="rId29" Type="http://schemas.openxmlformats.org/officeDocument/2006/relationships/tags" Target="../tags/tag234.xml" /><ns0:Relationship Id="rId24" Type="http://schemas.openxmlformats.org/officeDocument/2006/relationships/tags" Target="../tags/tag229.xml" /><ns0:Relationship Id="rId40" Type="http://schemas.openxmlformats.org/officeDocument/2006/relationships/tags" Target="../tags/tag245.xml" /><ns0:Relationship Id="rId45" Type="http://schemas.openxmlformats.org/officeDocument/2006/relationships/tags" Target="../tags/tag250.xml" /><ns0:Relationship Id="rId66" Type="http://schemas.openxmlformats.org/officeDocument/2006/relationships/tags" Target="../tags/tag271.xml" /><ns0:Relationship Id="rId87" Type="http://schemas.openxmlformats.org/officeDocument/2006/relationships/tags" Target="../tags/tag292.xml" /><ns0:Relationship Id="rId61" Type="http://schemas.openxmlformats.org/officeDocument/2006/relationships/tags" Target="../tags/tag266.xml" /><ns0:Relationship Id="rId82" Type="http://schemas.openxmlformats.org/officeDocument/2006/relationships/tags" Target="../tags/tag287.xml" /><ns0:Relationship Id="rId19" Type="http://schemas.openxmlformats.org/officeDocument/2006/relationships/tags" Target="../tags/tag224.xml" /><ns0:Relationship Id="rId14" Type="http://schemas.openxmlformats.org/officeDocument/2006/relationships/tags" Target="../tags/tag219.xml" /><ns0:Relationship Id="rId30" Type="http://schemas.openxmlformats.org/officeDocument/2006/relationships/tags" Target="../tags/tag235.xml" /><ns0:Relationship Id="rId35" Type="http://schemas.openxmlformats.org/officeDocument/2006/relationships/tags" Target="../tags/tag240.xml" /><ns0:Relationship Id="rId56" Type="http://schemas.openxmlformats.org/officeDocument/2006/relationships/tags" Target="../tags/tag261.xml" /><ns0:Relationship Id="rId77" Type="http://schemas.openxmlformats.org/officeDocument/2006/relationships/tags" Target="../tags/tag282.xml" /><ns0:Relationship Id="rId100" Type="http://schemas.openxmlformats.org/officeDocument/2006/relationships/slideLayout" Target="../slideLayouts/slideLayout7.xml" /><ns0:Relationship Id="rId8" Type="http://schemas.openxmlformats.org/officeDocument/2006/relationships/tags" Target="../tags/tag213.xml" /><ns0:Relationship Id="rId51" Type="http://schemas.openxmlformats.org/officeDocument/2006/relationships/tags" Target="../tags/tag256.xml" /><ns0:Relationship Id="rId72" Type="http://schemas.openxmlformats.org/officeDocument/2006/relationships/tags" Target="../tags/tag277.xml" /><ns0:Relationship Id="rId93" Type="http://schemas.openxmlformats.org/officeDocument/2006/relationships/tags" Target="../tags/tag298.xml" /><ns0:Relationship Id="rId98" Type="http://schemas.openxmlformats.org/officeDocument/2006/relationships/tags" Target="../tags/tag303.xml" /><ns0:Relationship Id="rId3" Type="http://schemas.openxmlformats.org/officeDocument/2006/relationships/tags" Target="../tags/tag208.xml" /><ns0:Relationship Id="rIdTechnicalImage" Type="http://schemas.openxmlformats.org/officeDocument/2006/relationships/image" Target="../media/cetc_p11.png" /></ns0:Relationships>
</file>

<file path=ppt/slides/_rels/slide10.xml.rels><?xml version='1.0' encoding='utf-8'?>
<ns0:Relationships xmlns:ns0="http://schemas.openxmlformats.org/package/2006/relationships"><ns0:Relationship Id="rId26" Type="http://schemas.openxmlformats.org/officeDocument/2006/relationships/tags" Target="../tags/tag330.xml" /><ns0:Relationship Id="rId21" Type="http://schemas.openxmlformats.org/officeDocument/2006/relationships/tags" Target="../tags/tag325.xml" /><ns0:Relationship Id="rId42" Type="http://schemas.openxmlformats.org/officeDocument/2006/relationships/image" Target="../media/image29.wmf" /><ns0:Relationship Id="rId47" Type="http://schemas.openxmlformats.org/officeDocument/2006/relationships/oleObject" Target="../embeddings/oleObject8.bin" /><ns0:Relationship Id="rId63" Type="http://schemas.openxmlformats.org/officeDocument/2006/relationships/oleObject" Target="../embeddings/oleObject16.bin" /><ns0:Relationship Id="rId68" Type="http://schemas.openxmlformats.org/officeDocument/2006/relationships/image" Target="../media/image42.wmf" /><ns0:Relationship Id="rId84" Type="http://schemas.openxmlformats.org/officeDocument/2006/relationships/image" Target="../media/image52.svg" /><ns0:Relationship Id="rId16" Type="http://schemas.openxmlformats.org/officeDocument/2006/relationships/tags" Target="../tags/tag320.xml" /><ns0:Relationship Id="rId11" Type="http://schemas.openxmlformats.org/officeDocument/2006/relationships/tags" Target="../tags/tag315.xml" /><ns0:Relationship Id="rId32" Type="http://schemas.openxmlformats.org/officeDocument/2006/relationships/image" Target="../media/image5.png" /><ns0:Relationship Id="rId37" Type="http://schemas.openxmlformats.org/officeDocument/2006/relationships/image" Target="../media/image26.png" /><ns0:Relationship Id="rId53" Type="http://schemas.openxmlformats.org/officeDocument/2006/relationships/oleObject" Target="../embeddings/oleObject11.bin" /><ns0:Relationship Id="rId58" Type="http://schemas.openxmlformats.org/officeDocument/2006/relationships/image" Target="../media/image37.wmf" /><ns0:Relationship Id="rId74" Type="http://schemas.openxmlformats.org/officeDocument/2006/relationships/image" Target="../media/image45.wmf" /><ns0:Relationship Id="rId79" Type="http://schemas.openxmlformats.org/officeDocument/2006/relationships/oleObject" Target="../embeddings/oleObject24.bin" /><ns0:Relationship Id="rId5" Type="http://schemas.openxmlformats.org/officeDocument/2006/relationships/tags" Target="../tags/tag309.xml" /><ns0:Relationship Id="rId61" Type="http://schemas.openxmlformats.org/officeDocument/2006/relationships/oleObject" Target="../embeddings/oleObject15.bin" /><ns0:Relationship Id="rId82" Type="http://schemas.openxmlformats.org/officeDocument/2006/relationships/image" Target="../media/image50.svg" /><ns0:Relationship Id="rId19" Type="http://schemas.openxmlformats.org/officeDocument/2006/relationships/tags" Target="../tags/tag323.xml" /><ns0:Relationship Id="rId14" Type="http://schemas.openxmlformats.org/officeDocument/2006/relationships/tags" Target="../tags/tag318.xml" /><ns0:Relationship Id="rId22" Type="http://schemas.openxmlformats.org/officeDocument/2006/relationships/tags" Target="../tags/tag326.xml" /><ns0:Relationship Id="rId27" Type="http://schemas.openxmlformats.org/officeDocument/2006/relationships/tags" Target="../tags/tag331.xml" /><ns0:Relationship Id="rId30" Type="http://schemas.openxmlformats.org/officeDocument/2006/relationships/image" Target="../media/image23.png" /><ns0:Relationship Id="rId35" Type="http://schemas.openxmlformats.org/officeDocument/2006/relationships/oleObject" Target="../embeddings/oleObject3.bin" /><ns0:Relationship Id="rId43" Type="http://schemas.openxmlformats.org/officeDocument/2006/relationships/oleObject" Target="../embeddings/oleObject6.bin" /><ns0:Relationship Id="rId48" Type="http://schemas.openxmlformats.org/officeDocument/2006/relationships/image" Target="../media/image32.wmf" /><ns0:Relationship Id="rId56" Type="http://schemas.openxmlformats.org/officeDocument/2006/relationships/image" Target="../media/image36.wmf" /><ns0:Relationship Id="rId64" Type="http://schemas.openxmlformats.org/officeDocument/2006/relationships/image" Target="../media/image40.wmf" /><ns0:Relationship Id="rId69" Type="http://schemas.openxmlformats.org/officeDocument/2006/relationships/oleObject" Target="../embeddings/oleObject19.bin" /><ns0:Relationship Id="rId77" Type="http://schemas.openxmlformats.org/officeDocument/2006/relationships/oleObject" Target="../embeddings/oleObject23.bin" /><ns0:Relationship Id="rId8" Type="http://schemas.openxmlformats.org/officeDocument/2006/relationships/tags" Target="../tags/tag312.xml" /><ns0:Relationship Id="rId51" Type="http://schemas.openxmlformats.org/officeDocument/2006/relationships/oleObject" Target="../embeddings/oleObject10.bin" /><ns0:Relationship Id="rId72" Type="http://schemas.openxmlformats.org/officeDocument/2006/relationships/image" Target="../media/image44.wmf" /><ns0:Relationship Id="rId80" Type="http://schemas.openxmlformats.org/officeDocument/2006/relationships/image" Target="../media/image48.wmf" /><ns0:Relationship Id="rId3" Type="http://schemas.openxmlformats.org/officeDocument/2006/relationships/tags" Target="../tags/tag307.xml" /><ns0:Relationship Id="rId12" Type="http://schemas.openxmlformats.org/officeDocument/2006/relationships/tags" Target="../tags/tag316.xml" /><ns0:Relationship Id="rId17" Type="http://schemas.openxmlformats.org/officeDocument/2006/relationships/tags" Target="../tags/tag321.xml" /><ns0:Relationship Id="rId25" Type="http://schemas.openxmlformats.org/officeDocument/2006/relationships/tags" Target="../tags/tag329.xml" /><ns0:Relationship Id="rId33" Type="http://schemas.microsoft.com/office/2007/relationships/hdphoto" Target="../media/hdphoto1.wdp" /><ns0:Relationship Id="rId38" Type="http://schemas.openxmlformats.org/officeDocument/2006/relationships/image" Target="../media/image27.svg" /><ns0:Relationship Id="rId46" Type="http://schemas.openxmlformats.org/officeDocument/2006/relationships/image" Target="../media/image31.wmf" /><ns0:Relationship Id="rId59" Type="http://schemas.openxmlformats.org/officeDocument/2006/relationships/oleObject" Target="../embeddings/oleObject14.bin" /><ns0:Relationship Id="rId67" Type="http://schemas.openxmlformats.org/officeDocument/2006/relationships/oleObject" Target="../embeddings/oleObject18.bin" /><ns0:Relationship Id="rId20" Type="http://schemas.openxmlformats.org/officeDocument/2006/relationships/tags" Target="../tags/tag324.xml" /><ns0:Relationship Id="rId41" Type="http://schemas.openxmlformats.org/officeDocument/2006/relationships/oleObject" Target="../embeddings/oleObject5.bin" /><ns0:Relationship Id="rId54" Type="http://schemas.openxmlformats.org/officeDocument/2006/relationships/image" Target="../media/image35.wmf" /><ns0:Relationship Id="rId62" Type="http://schemas.openxmlformats.org/officeDocument/2006/relationships/image" Target="../media/image39.wmf" /><ns0:Relationship Id="rId70" Type="http://schemas.openxmlformats.org/officeDocument/2006/relationships/image" Target="../media/image43.wmf" /><ns0:Relationship Id="rId75" Type="http://schemas.openxmlformats.org/officeDocument/2006/relationships/oleObject" Target="../embeddings/oleObject22.bin" /><ns0:Relationship Id="rId83" Type="http://schemas.openxmlformats.org/officeDocument/2006/relationships/image" Target="../media/image51.png" /><ns0:Relationship Id="rId1" Type="http://schemas.openxmlformats.org/officeDocument/2006/relationships/tags" Target="../tags/tag305.xml" /><ns0:Relationship Id="rId6" Type="http://schemas.openxmlformats.org/officeDocument/2006/relationships/tags" Target="../tags/tag310.xml" /><ns0:Relationship Id="rId15" Type="http://schemas.openxmlformats.org/officeDocument/2006/relationships/tags" Target="../tags/tag319.xml" /><ns0:Relationship Id="rId23" Type="http://schemas.openxmlformats.org/officeDocument/2006/relationships/tags" Target="../tags/tag327.xml" /><ns0:Relationship Id="rId28" Type="http://schemas.openxmlformats.org/officeDocument/2006/relationships/slideLayout" Target="../slideLayouts/slideLayout7.xml" /><ns0:Relationship Id="rId36" Type="http://schemas.openxmlformats.org/officeDocument/2006/relationships/image" Target="../media/image25.wmf" /><ns0:Relationship Id="rId49" Type="http://schemas.openxmlformats.org/officeDocument/2006/relationships/oleObject" Target="../embeddings/oleObject9.bin" /><ns0:Relationship Id="rId57" Type="http://schemas.openxmlformats.org/officeDocument/2006/relationships/oleObject" Target="../embeddings/oleObject13.bin" /><ns0:Relationship Id="rId10" Type="http://schemas.openxmlformats.org/officeDocument/2006/relationships/tags" Target="../tags/tag314.xml" /><ns0:Relationship Id="rId31" Type="http://schemas.openxmlformats.org/officeDocument/2006/relationships/image" Target="../media/image24.png" /><ns0:Relationship Id="rId44" Type="http://schemas.openxmlformats.org/officeDocument/2006/relationships/image" Target="../media/image30.wmf" /><ns0:Relationship Id="rId52" Type="http://schemas.openxmlformats.org/officeDocument/2006/relationships/image" Target="../media/image34.wmf" /><ns0:Relationship Id="rId60" Type="http://schemas.openxmlformats.org/officeDocument/2006/relationships/image" Target="../media/image38.wmf" /><ns0:Relationship Id="rId65" Type="http://schemas.openxmlformats.org/officeDocument/2006/relationships/oleObject" Target="../embeddings/oleObject17.bin" /><ns0:Relationship Id="rId73" Type="http://schemas.openxmlformats.org/officeDocument/2006/relationships/oleObject" Target="../embeddings/oleObject21.bin" /><ns0:Relationship Id="rId78" Type="http://schemas.openxmlformats.org/officeDocument/2006/relationships/image" Target="../media/image47.wmf" /><ns0:Relationship Id="rId81" Type="http://schemas.openxmlformats.org/officeDocument/2006/relationships/image" Target="../media/image49.png" /><ns0:Relationship Id="rId4" Type="http://schemas.openxmlformats.org/officeDocument/2006/relationships/tags" Target="../tags/tag308.xml" /><ns0:Relationship Id="rId9" Type="http://schemas.openxmlformats.org/officeDocument/2006/relationships/tags" Target="../tags/tag313.xml" /><ns0:Relationship Id="rId13" Type="http://schemas.openxmlformats.org/officeDocument/2006/relationships/tags" Target="../tags/tag317.xml" /><ns0:Relationship Id="rId18" Type="http://schemas.openxmlformats.org/officeDocument/2006/relationships/tags" Target="../tags/tag322.xml" /><ns0:Relationship Id="rId39" Type="http://schemas.openxmlformats.org/officeDocument/2006/relationships/oleObject" Target="../embeddings/oleObject4.bin" /><ns0:Relationship Id="rId34" Type="http://schemas.openxmlformats.org/officeDocument/2006/relationships/image" Target="../media/image6.png" /><ns0:Relationship Id="rId50" Type="http://schemas.openxmlformats.org/officeDocument/2006/relationships/image" Target="../media/image33.wmf" /><ns0:Relationship Id="rId55" Type="http://schemas.openxmlformats.org/officeDocument/2006/relationships/oleObject" Target="../embeddings/oleObject12.bin" /><ns0:Relationship Id="rId76" Type="http://schemas.openxmlformats.org/officeDocument/2006/relationships/image" Target="../media/image46.wmf" /><ns0:Relationship Id="rId7" Type="http://schemas.openxmlformats.org/officeDocument/2006/relationships/tags" Target="../tags/tag311.xml" /><ns0:Relationship Id="rId71" Type="http://schemas.openxmlformats.org/officeDocument/2006/relationships/oleObject" Target="../embeddings/oleObject20.bin" /><ns0:Relationship Id="rId2" Type="http://schemas.openxmlformats.org/officeDocument/2006/relationships/tags" Target="../tags/tag306.xml" /><ns0:Relationship Id="rId29" Type="http://schemas.openxmlformats.org/officeDocument/2006/relationships/image" Target="../media/image22.png" /><ns0:Relationship Id="rId24" Type="http://schemas.openxmlformats.org/officeDocument/2006/relationships/tags" Target="../tags/tag328.xml" /><ns0:Relationship Id="rId40" Type="http://schemas.openxmlformats.org/officeDocument/2006/relationships/image" Target="../media/image28.wmf" /><ns0:Relationship Id="rId45" Type="http://schemas.openxmlformats.org/officeDocument/2006/relationships/oleObject" Target="../embeddings/oleObject7.bin" /><ns0:Relationship Id="rId66" Type="http://schemas.openxmlformats.org/officeDocument/2006/relationships/image" Target="../media/image41.wmf" /><ns0:Relationship Id="rIdTechnicalImage" Type="http://schemas.openxmlformats.org/officeDocument/2006/relationships/image" Target="../media/cetc_p12.png" /></ns0:Relationships>
</file>

<file path=ppt/slides/_rels/slide11.xml.rels><?xml version='1.0' encoding='utf-8'?>
<ns0:Relationships xmlns:ns0="http://schemas.openxmlformats.org/package/2006/relationships"><ns0:Relationship Id="rId8" Type="http://schemas.openxmlformats.org/officeDocument/2006/relationships/tags" Target="../tags/tag339.xml" /><ns0:Relationship Id="rId13" Type="http://schemas.openxmlformats.org/officeDocument/2006/relationships/tags" Target="../tags/tag344.xml" /><ns0:Relationship Id="rId18" Type="http://schemas.openxmlformats.org/officeDocument/2006/relationships/slideLayout" Target="../slideLayouts/slideLayout7.xml" /><ns0:Relationship Id="rId26" Type="http://schemas.openxmlformats.org/officeDocument/2006/relationships/image" Target="../media/image57.png" /><ns0:Relationship Id="rId3" Type="http://schemas.openxmlformats.org/officeDocument/2006/relationships/tags" Target="../tags/tag334.xml" /><ns0:Relationship Id="rId21" Type="http://schemas.openxmlformats.org/officeDocument/2006/relationships/image" Target="../media/image6.png" /><ns0:Relationship Id="rId7" Type="http://schemas.openxmlformats.org/officeDocument/2006/relationships/tags" Target="../tags/tag338.xml" /><ns0:Relationship Id="rId12" Type="http://schemas.openxmlformats.org/officeDocument/2006/relationships/tags" Target="../tags/tag343.xml" /><ns0:Relationship Id="rId17" Type="http://schemas.openxmlformats.org/officeDocument/2006/relationships/tags" Target="../tags/tag348.xml" /><ns0:Relationship Id="rId25" Type="http://schemas.openxmlformats.org/officeDocument/2006/relationships/image" Target="../media/image56.svg" /><ns0:Relationship Id="rId2" Type="http://schemas.openxmlformats.org/officeDocument/2006/relationships/tags" Target="../tags/tag333.xml" /><ns0:Relationship Id="rId16" Type="http://schemas.openxmlformats.org/officeDocument/2006/relationships/tags" Target="../tags/tag347.xml" /><ns0:Relationship Id="rId20" Type="http://schemas.microsoft.com/office/2007/relationships/hdphoto" Target="../media/hdphoto1.wdp" /><ns0:Relationship Id="rId29" Type="http://schemas.openxmlformats.org/officeDocument/2006/relationships/image" Target="../media/image60.svg" /><ns0:Relationship Id="rId1" Type="http://schemas.openxmlformats.org/officeDocument/2006/relationships/tags" Target="../tags/tag332.xml" /><ns0:Relationship Id="rId6" Type="http://schemas.openxmlformats.org/officeDocument/2006/relationships/tags" Target="../tags/tag337.xml" /><ns0:Relationship Id="rId11" Type="http://schemas.openxmlformats.org/officeDocument/2006/relationships/tags" Target="../tags/tag342.xml" /><ns0:Relationship Id="rId24" Type="http://schemas.openxmlformats.org/officeDocument/2006/relationships/image" Target="../media/image55.png" /><ns0:Relationship Id="rId5" Type="http://schemas.openxmlformats.org/officeDocument/2006/relationships/tags" Target="../tags/tag336.xml" /><ns0:Relationship Id="rId15" Type="http://schemas.openxmlformats.org/officeDocument/2006/relationships/tags" Target="../tags/tag346.xml" /><ns0:Relationship Id="rId23" Type="http://schemas.openxmlformats.org/officeDocument/2006/relationships/image" Target="../media/image54.svg" /><ns0:Relationship Id="rId28" Type="http://schemas.openxmlformats.org/officeDocument/2006/relationships/image" Target="../media/image59.svg" /><ns0:Relationship Id="rId10" Type="http://schemas.openxmlformats.org/officeDocument/2006/relationships/tags" Target="../tags/tag341.xml" /><ns0:Relationship Id="rId19" Type="http://schemas.openxmlformats.org/officeDocument/2006/relationships/image" Target="../media/image5.png" /><ns0:Relationship Id="rId31" Type="http://schemas.openxmlformats.org/officeDocument/2006/relationships/image" Target="../media/image62.svg" /><ns0:Relationship Id="rId4" Type="http://schemas.openxmlformats.org/officeDocument/2006/relationships/tags" Target="../tags/tag335.xml" /><ns0:Relationship Id="rId9" Type="http://schemas.openxmlformats.org/officeDocument/2006/relationships/tags" Target="../tags/tag340.xml" /><ns0:Relationship Id="rId14" Type="http://schemas.openxmlformats.org/officeDocument/2006/relationships/tags" Target="../tags/tag345.xml" /><ns0:Relationship Id="rId22" Type="http://schemas.openxmlformats.org/officeDocument/2006/relationships/image" Target="../media/image53.png" /><ns0:Relationship Id="rId27" Type="http://schemas.openxmlformats.org/officeDocument/2006/relationships/image" Target="../media/image58.svg" /><ns0:Relationship Id="rId30" Type="http://schemas.openxmlformats.org/officeDocument/2006/relationships/image" Target="../media/image61.png" /><ns0:Relationship Id="rIdTechnicalImage" Type="http://schemas.openxmlformats.org/officeDocument/2006/relationships/image" Target="../media/cetc_p13.png" /></ns0:Relationships>
</file>

<file path=ppt/slides/_rels/slide12.xml.rels><?xml version='1.0' encoding='utf-8'?>
<ns0:Relationships xmlns:ns0="http://schemas.openxmlformats.org/package/2006/relationships"><ns0:Relationship Id="rId13" Type="http://schemas.openxmlformats.org/officeDocument/2006/relationships/tags" Target="../tags/tag361.xml" /><ns0:Relationship Id="rId18" Type="http://schemas.openxmlformats.org/officeDocument/2006/relationships/slideLayout" Target="../slideLayouts/slideLayout7.xml" /><ns0:Relationship Id="rId26" Type="http://schemas.openxmlformats.org/officeDocument/2006/relationships/image" Target="../media/image60.svg" /><ns0:Relationship Id="rId39" Type="http://schemas.openxmlformats.org/officeDocument/2006/relationships/image" Target="../media/image6.png" /><ns0:Relationship Id="rId21" Type="http://schemas.openxmlformats.org/officeDocument/2006/relationships/image" Target="../media/image55.png" /><ns0:Relationship Id="rId34" Type="http://schemas.openxmlformats.org/officeDocument/2006/relationships/image" Target="../media/image68.png" /><ns0:Relationship Id="rId7" Type="http://schemas.openxmlformats.org/officeDocument/2006/relationships/tags" Target="../tags/tag355.xml" /><ns0:Relationship Id="rId12" Type="http://schemas.openxmlformats.org/officeDocument/2006/relationships/tags" Target="../tags/tag360.xml" /><ns0:Relationship Id="rId17" Type="http://schemas.openxmlformats.org/officeDocument/2006/relationships/tags" Target="../tags/tag365.xml" /><ns0:Relationship Id="rId25" Type="http://schemas.openxmlformats.org/officeDocument/2006/relationships/image" Target="../media/image59.svg" /><ns0:Relationship Id="rId33" Type="http://schemas.openxmlformats.org/officeDocument/2006/relationships/image" Target="../media/image67.png" /><ns0:Relationship Id="rId38" Type="http://schemas.microsoft.com/office/2007/relationships/hdphoto" Target="../media/hdphoto1.wdp" /><ns0:Relationship Id="rId2" Type="http://schemas.openxmlformats.org/officeDocument/2006/relationships/tags" Target="../tags/tag350.xml" /><ns0:Relationship Id="rId16" Type="http://schemas.openxmlformats.org/officeDocument/2006/relationships/tags" Target="../tags/tag364.xml" /><ns0:Relationship Id="rId20" Type="http://schemas.openxmlformats.org/officeDocument/2006/relationships/image" Target="../media/image54.svg" /><ns0:Relationship Id="rId29" Type="http://schemas.openxmlformats.org/officeDocument/2006/relationships/image" Target="../media/image63.png" /><ns0:Relationship Id="rId1" Type="http://schemas.openxmlformats.org/officeDocument/2006/relationships/tags" Target="../tags/tag349.xml" /><ns0:Relationship Id="rId6" Type="http://schemas.openxmlformats.org/officeDocument/2006/relationships/tags" Target="../tags/tag354.xml" /><ns0:Relationship Id="rId11" Type="http://schemas.openxmlformats.org/officeDocument/2006/relationships/tags" Target="../tags/tag359.xml" /><ns0:Relationship Id="rId24" Type="http://schemas.openxmlformats.org/officeDocument/2006/relationships/image" Target="../media/image58.svg" /><ns0:Relationship Id="rId32" Type="http://schemas.openxmlformats.org/officeDocument/2006/relationships/image" Target="../media/image66.png" /><ns0:Relationship Id="rId37" Type="http://schemas.openxmlformats.org/officeDocument/2006/relationships/image" Target="../media/image5.png" /><ns0:Relationship Id="rId5" Type="http://schemas.openxmlformats.org/officeDocument/2006/relationships/tags" Target="../tags/tag353.xml" /><ns0:Relationship Id="rId15" Type="http://schemas.openxmlformats.org/officeDocument/2006/relationships/tags" Target="../tags/tag363.xml" /><ns0:Relationship Id="rId23" Type="http://schemas.openxmlformats.org/officeDocument/2006/relationships/image" Target="../media/image57.png" /><ns0:Relationship Id="rId28" Type="http://schemas.openxmlformats.org/officeDocument/2006/relationships/image" Target="../media/image62.svg" /><ns0:Relationship Id="rId36" Type="http://schemas.openxmlformats.org/officeDocument/2006/relationships/image" Target="../media/image70.png" /><ns0:Relationship Id="rId10" Type="http://schemas.openxmlformats.org/officeDocument/2006/relationships/tags" Target="../tags/tag358.xml" /><ns0:Relationship Id="rId19" Type="http://schemas.openxmlformats.org/officeDocument/2006/relationships/image" Target="../media/image53.png" /><ns0:Relationship Id="rId31" Type="http://schemas.openxmlformats.org/officeDocument/2006/relationships/image" Target="../media/image65.png" /><ns0:Relationship Id="rId4" Type="http://schemas.openxmlformats.org/officeDocument/2006/relationships/tags" Target="../tags/tag352.xml" /><ns0:Relationship Id="rId9" Type="http://schemas.openxmlformats.org/officeDocument/2006/relationships/tags" Target="../tags/tag357.xml" /><ns0:Relationship Id="rId14" Type="http://schemas.openxmlformats.org/officeDocument/2006/relationships/tags" Target="../tags/tag362.xml" /><ns0:Relationship Id="rId22" Type="http://schemas.openxmlformats.org/officeDocument/2006/relationships/image" Target="../media/image56.svg" /><ns0:Relationship Id="rId27" Type="http://schemas.openxmlformats.org/officeDocument/2006/relationships/image" Target="../media/image61.png" /><ns0:Relationship Id="rId30" Type="http://schemas.openxmlformats.org/officeDocument/2006/relationships/image" Target="../media/image64.png" /><ns0:Relationship Id="rId35" Type="http://schemas.openxmlformats.org/officeDocument/2006/relationships/image" Target="../media/image69.png" /><ns0:Relationship Id="rId8" Type="http://schemas.openxmlformats.org/officeDocument/2006/relationships/tags" Target="../tags/tag356.xml" /><ns0:Relationship Id="rId3" Type="http://schemas.openxmlformats.org/officeDocument/2006/relationships/tags" Target="../tags/tag351.xml" /><ns0:Relationship Id="rIdTechnicalImage" Type="http://schemas.openxmlformats.org/officeDocument/2006/relationships/image" Target="../media/cetc_p14.png" /></ns0:Relationships>
</file>

<file path=ppt/slides/_rels/slide13.xml.rels><?xml version='1.0' encoding='utf-8'?>
<ns0:Relationships xmlns:ns0="http://schemas.openxmlformats.org/package/2006/relationships"><ns0:Relationship Id="rId13" Type="http://schemas.openxmlformats.org/officeDocument/2006/relationships/tags" Target="../tags/tag378.xml" /><ns0:Relationship Id="rId18" Type="http://schemas.openxmlformats.org/officeDocument/2006/relationships/slideLayout" Target="../slideLayouts/slideLayout7.xml" /><ns0:Relationship Id="rId26" Type="http://schemas.openxmlformats.org/officeDocument/2006/relationships/image" Target="../media/image55.png" /><ns0:Relationship Id="rId3" Type="http://schemas.openxmlformats.org/officeDocument/2006/relationships/tags" Target="../tags/tag368.xml" /><ns0:Relationship Id="rId21" Type="http://schemas.openxmlformats.org/officeDocument/2006/relationships/image" Target="../media/image6.png" /><ns0:Relationship Id="rId7" Type="http://schemas.openxmlformats.org/officeDocument/2006/relationships/tags" Target="../tags/tag372.xml" /><ns0:Relationship Id="rId12" Type="http://schemas.openxmlformats.org/officeDocument/2006/relationships/tags" Target="../tags/tag377.xml" /><ns0:Relationship Id="rId17" Type="http://schemas.openxmlformats.org/officeDocument/2006/relationships/tags" Target="../tags/tag382.xml" /><ns0:Relationship Id="rId25" Type="http://schemas.openxmlformats.org/officeDocument/2006/relationships/image" Target="../media/image54.svg" /><ns0:Relationship Id="rId33" Type="http://schemas.openxmlformats.org/officeDocument/2006/relationships/image" Target="../media/image62.svg" /><ns0:Relationship Id="rId2" Type="http://schemas.openxmlformats.org/officeDocument/2006/relationships/tags" Target="../tags/tag367.xml" /><ns0:Relationship Id="rId16" Type="http://schemas.openxmlformats.org/officeDocument/2006/relationships/tags" Target="../tags/tag381.xml" /><ns0:Relationship Id="rId20" Type="http://schemas.microsoft.com/office/2007/relationships/hdphoto" Target="../media/hdphoto1.wdp" /><ns0:Relationship Id="rId29" Type="http://schemas.openxmlformats.org/officeDocument/2006/relationships/image" Target="../media/image58.svg" /><ns0:Relationship Id="rId1" Type="http://schemas.openxmlformats.org/officeDocument/2006/relationships/tags" Target="../tags/tag366.xml" /><ns0:Relationship Id="rId6" Type="http://schemas.openxmlformats.org/officeDocument/2006/relationships/tags" Target="../tags/tag371.xml" /><ns0:Relationship Id="rId11" Type="http://schemas.openxmlformats.org/officeDocument/2006/relationships/tags" Target="../tags/tag376.xml" /><ns0:Relationship Id="rId24" Type="http://schemas.openxmlformats.org/officeDocument/2006/relationships/image" Target="../media/image53.png" /><ns0:Relationship Id="rId32" Type="http://schemas.openxmlformats.org/officeDocument/2006/relationships/image" Target="../media/image61.png" /><ns0:Relationship Id="rId5" Type="http://schemas.openxmlformats.org/officeDocument/2006/relationships/tags" Target="../tags/tag370.xml" /><ns0:Relationship Id="rId15" Type="http://schemas.openxmlformats.org/officeDocument/2006/relationships/tags" Target="../tags/tag380.xml" /><ns0:Relationship Id="rId23" Type="http://schemas.openxmlformats.org/officeDocument/2006/relationships/image" Target="../media/image72.tiff" /><ns0:Relationship Id="rId28" Type="http://schemas.openxmlformats.org/officeDocument/2006/relationships/image" Target="../media/image57.png" /><ns0:Relationship Id="rId10" Type="http://schemas.openxmlformats.org/officeDocument/2006/relationships/tags" Target="../tags/tag375.xml" /><ns0:Relationship Id="rId19" Type="http://schemas.openxmlformats.org/officeDocument/2006/relationships/image" Target="../media/image5.png" /><ns0:Relationship Id="rId31" Type="http://schemas.openxmlformats.org/officeDocument/2006/relationships/image" Target="../media/image60.svg" /><ns0:Relationship Id="rId4" Type="http://schemas.openxmlformats.org/officeDocument/2006/relationships/tags" Target="../tags/tag369.xml" /><ns0:Relationship Id="rId9" Type="http://schemas.openxmlformats.org/officeDocument/2006/relationships/tags" Target="../tags/tag374.xml" /><ns0:Relationship Id="rId14" Type="http://schemas.openxmlformats.org/officeDocument/2006/relationships/tags" Target="../tags/tag379.xml" /><ns0:Relationship Id="rId22" Type="http://schemas.openxmlformats.org/officeDocument/2006/relationships/image" Target="../media/image71.tiff" /><ns0:Relationship Id="rId27" Type="http://schemas.openxmlformats.org/officeDocument/2006/relationships/image" Target="../media/image56.svg" /><ns0:Relationship Id="rId30" Type="http://schemas.openxmlformats.org/officeDocument/2006/relationships/image" Target="../media/image59.svg" /><ns0:Relationship Id="rId8" Type="http://schemas.openxmlformats.org/officeDocument/2006/relationships/tags" Target="../tags/tag373.xml" /><ns0:Relationship Id="rIdTechnicalImage" Type="http://schemas.openxmlformats.org/officeDocument/2006/relationships/image" Target="../media/cetc_p15.png" /></ns0:Relationships>
</file>

<file path=ppt/slides/_rels/slide14.xml.rels><?xml version='1.0' encoding='utf-8'?>
<ns0:Relationships xmlns:ns0="http://schemas.openxmlformats.org/package/2006/relationships"><ns0:Relationship Id="rId8" Type="http://schemas.openxmlformats.org/officeDocument/2006/relationships/tags" Target="../tags/tag390.xml" /><ns0:Relationship Id="rId13" Type="http://schemas.openxmlformats.org/officeDocument/2006/relationships/tags" Target="../tags/tag395.xml" /><ns0:Relationship Id="rId18" Type="http://schemas.openxmlformats.org/officeDocument/2006/relationships/slideLayout" Target="../slideLayouts/slideLayout7.xml" /><ns0:Relationship Id="rId26" Type="http://schemas.openxmlformats.org/officeDocument/2006/relationships/image" Target="../media/image75.png" /><ns0:Relationship Id="rId3" Type="http://schemas.openxmlformats.org/officeDocument/2006/relationships/tags" Target="../tags/tag385.xml" /><ns0:Relationship Id="rId21" Type="http://schemas.openxmlformats.org/officeDocument/2006/relationships/image" Target="../media/image6.png" /><ns0:Relationship Id="rId7" Type="http://schemas.openxmlformats.org/officeDocument/2006/relationships/tags" Target="../tags/tag389.xml" /><ns0:Relationship Id="rId12" Type="http://schemas.openxmlformats.org/officeDocument/2006/relationships/tags" Target="../tags/tag394.xml" /><ns0:Relationship Id="rId17" Type="http://schemas.openxmlformats.org/officeDocument/2006/relationships/tags" Target="../tags/tag399.xml" /><ns0:Relationship Id="rId25" Type="http://schemas.openxmlformats.org/officeDocument/2006/relationships/image" Target="../media/image74.svg" /><ns0:Relationship Id="rId2" Type="http://schemas.openxmlformats.org/officeDocument/2006/relationships/tags" Target="../tags/tag384.xml" /><ns0:Relationship Id="rId16" Type="http://schemas.openxmlformats.org/officeDocument/2006/relationships/tags" Target="../tags/tag398.xml" /><ns0:Relationship Id="rId20" Type="http://schemas.microsoft.com/office/2007/relationships/hdphoto" Target="../media/hdphoto1.wdp" /><ns0:Relationship Id="rId29" Type="http://schemas.openxmlformats.org/officeDocument/2006/relationships/image" Target="../media/image78.svg" /><ns0:Relationship Id="rId1" Type="http://schemas.openxmlformats.org/officeDocument/2006/relationships/tags" Target="../tags/tag383.xml" /><ns0:Relationship Id="rId6" Type="http://schemas.openxmlformats.org/officeDocument/2006/relationships/tags" Target="../tags/tag388.xml" /><ns0:Relationship Id="rId11" Type="http://schemas.openxmlformats.org/officeDocument/2006/relationships/tags" Target="../tags/tag393.xml" /><ns0:Relationship Id="rId24" Type="http://schemas.openxmlformats.org/officeDocument/2006/relationships/image" Target="../media/image55.png" /><ns0:Relationship Id="rId5" Type="http://schemas.openxmlformats.org/officeDocument/2006/relationships/tags" Target="../tags/tag387.xml" /><ns0:Relationship Id="rId15" Type="http://schemas.openxmlformats.org/officeDocument/2006/relationships/tags" Target="../tags/tag397.xml" /><ns0:Relationship Id="rId23" Type="http://schemas.openxmlformats.org/officeDocument/2006/relationships/image" Target="../media/image73.svg" /><ns0:Relationship Id="rId28" Type="http://schemas.openxmlformats.org/officeDocument/2006/relationships/image" Target="../media/image77.svg" /><ns0:Relationship Id="rId10" Type="http://schemas.openxmlformats.org/officeDocument/2006/relationships/tags" Target="../tags/tag392.xml" /><ns0:Relationship Id="rId19" Type="http://schemas.openxmlformats.org/officeDocument/2006/relationships/image" Target="../media/image5.png" /><ns0:Relationship Id="rId31" Type="http://schemas.openxmlformats.org/officeDocument/2006/relationships/image" Target="../media/image80.svg" /><ns0:Relationship Id="rId4" Type="http://schemas.openxmlformats.org/officeDocument/2006/relationships/tags" Target="../tags/tag386.xml" /><ns0:Relationship Id="rId9" Type="http://schemas.openxmlformats.org/officeDocument/2006/relationships/tags" Target="../tags/tag391.xml" /><ns0:Relationship Id="rId14" Type="http://schemas.openxmlformats.org/officeDocument/2006/relationships/tags" Target="../tags/tag396.xml" /><ns0:Relationship Id="rId22" Type="http://schemas.openxmlformats.org/officeDocument/2006/relationships/image" Target="../media/image53.png" /><ns0:Relationship Id="rId27" Type="http://schemas.openxmlformats.org/officeDocument/2006/relationships/image" Target="../media/image76.svg" /><ns0:Relationship Id="rId30" Type="http://schemas.openxmlformats.org/officeDocument/2006/relationships/image" Target="../media/image79.png" /><ns0:Relationship Id="rIdTechnicalImage" Type="http://schemas.openxmlformats.org/officeDocument/2006/relationships/image" Target="../media/cetc_p16.png" /></ns0:Relationships>
</file>

<file path=ppt/slides/_rels/slide15.xml.rels><?xml version='1.0' encoding='utf-8'?>
<ns0:Relationships xmlns:ns0="http://schemas.openxmlformats.org/package/2006/relationships"><ns0:Relationship Id="rId13" Type="http://schemas.openxmlformats.org/officeDocument/2006/relationships/tags" Target="../tags/tag412.xml" /><ns0:Relationship Id="rId18" Type="http://schemas.openxmlformats.org/officeDocument/2006/relationships/tags" Target="../tags/tag417.xml" /><ns0:Relationship Id="rId26" Type="http://schemas.openxmlformats.org/officeDocument/2006/relationships/tags" Target="../tags/tag425.xml" /><ns0:Relationship Id="rId21" Type="http://schemas.openxmlformats.org/officeDocument/2006/relationships/tags" Target="../tags/tag420.xml" /><ns0:Relationship Id="rId34" Type="http://schemas.openxmlformats.org/officeDocument/2006/relationships/tags" Target="../tags/tag433.xml" /><ns0:Relationship Id="rId7" Type="http://schemas.openxmlformats.org/officeDocument/2006/relationships/tags" Target="../tags/tag406.xml" /><ns0:Relationship Id="rId12" Type="http://schemas.openxmlformats.org/officeDocument/2006/relationships/tags" Target="../tags/tag411.xml" /><ns0:Relationship Id="rId17" Type="http://schemas.openxmlformats.org/officeDocument/2006/relationships/tags" Target="../tags/tag416.xml" /><ns0:Relationship Id="rId25" Type="http://schemas.openxmlformats.org/officeDocument/2006/relationships/tags" Target="../tags/tag424.xml" /><ns0:Relationship Id="rId33" Type="http://schemas.openxmlformats.org/officeDocument/2006/relationships/tags" Target="../tags/tag432.xml" /><ns0:Relationship Id="rId38" Type="http://schemas.openxmlformats.org/officeDocument/2006/relationships/image" Target="../media/image6.png" /><ns0:Relationship Id="rId2" Type="http://schemas.openxmlformats.org/officeDocument/2006/relationships/tags" Target="../tags/tag401.xml" /><ns0:Relationship Id="rId16" Type="http://schemas.openxmlformats.org/officeDocument/2006/relationships/tags" Target="../tags/tag415.xml" /><ns0:Relationship Id="rId20" Type="http://schemas.openxmlformats.org/officeDocument/2006/relationships/tags" Target="../tags/tag419.xml" /><ns0:Relationship Id="rId29" Type="http://schemas.openxmlformats.org/officeDocument/2006/relationships/tags" Target="../tags/tag428.xml" /><ns0:Relationship Id="rId1" Type="http://schemas.openxmlformats.org/officeDocument/2006/relationships/tags" Target="../tags/tag400.xml" /><ns0:Relationship Id="rId6" Type="http://schemas.openxmlformats.org/officeDocument/2006/relationships/tags" Target="../tags/tag405.xml" /><ns0:Relationship Id="rId11" Type="http://schemas.openxmlformats.org/officeDocument/2006/relationships/tags" Target="../tags/tag410.xml" /><ns0:Relationship Id="rId24" Type="http://schemas.openxmlformats.org/officeDocument/2006/relationships/tags" Target="../tags/tag423.xml" /><ns0:Relationship Id="rId32" Type="http://schemas.openxmlformats.org/officeDocument/2006/relationships/tags" Target="../tags/tag431.xml" /><ns0:Relationship Id="rId37" Type="http://schemas.microsoft.com/office/2007/relationships/hdphoto" Target="../media/hdphoto1.wdp" /><ns0:Relationship Id="rId5" Type="http://schemas.openxmlformats.org/officeDocument/2006/relationships/tags" Target="../tags/tag404.xml" /><ns0:Relationship Id="rId15" Type="http://schemas.openxmlformats.org/officeDocument/2006/relationships/tags" Target="../tags/tag414.xml" /><ns0:Relationship Id="rId23" Type="http://schemas.openxmlformats.org/officeDocument/2006/relationships/tags" Target="../tags/tag422.xml" /><ns0:Relationship Id="rId28" Type="http://schemas.openxmlformats.org/officeDocument/2006/relationships/tags" Target="../tags/tag427.xml" /><ns0:Relationship Id="rId36" Type="http://schemas.openxmlformats.org/officeDocument/2006/relationships/image" Target="../media/image5.png" /><ns0:Relationship Id="rId10" Type="http://schemas.openxmlformats.org/officeDocument/2006/relationships/tags" Target="../tags/tag409.xml" /><ns0:Relationship Id="rId19" Type="http://schemas.openxmlformats.org/officeDocument/2006/relationships/tags" Target="../tags/tag418.xml" /><ns0:Relationship Id="rId31" Type="http://schemas.openxmlformats.org/officeDocument/2006/relationships/tags" Target="../tags/tag430.xml" /><ns0:Relationship Id="rId4" Type="http://schemas.openxmlformats.org/officeDocument/2006/relationships/tags" Target="../tags/tag403.xml" /><ns0:Relationship Id="rId9" Type="http://schemas.openxmlformats.org/officeDocument/2006/relationships/tags" Target="../tags/tag408.xml" /><ns0:Relationship Id="rId14" Type="http://schemas.openxmlformats.org/officeDocument/2006/relationships/tags" Target="../tags/tag413.xml" /><ns0:Relationship Id="rId22" Type="http://schemas.openxmlformats.org/officeDocument/2006/relationships/tags" Target="../tags/tag421.xml" /><ns0:Relationship Id="rId27" Type="http://schemas.openxmlformats.org/officeDocument/2006/relationships/tags" Target="../tags/tag426.xml" /><ns0:Relationship Id="rId30" Type="http://schemas.openxmlformats.org/officeDocument/2006/relationships/tags" Target="../tags/tag429.xml" /><ns0:Relationship Id="rId35" Type="http://schemas.openxmlformats.org/officeDocument/2006/relationships/slideLayout" Target="../slideLayouts/slideLayout7.xml" /><ns0:Relationship Id="rId8" Type="http://schemas.openxmlformats.org/officeDocument/2006/relationships/tags" Target="../tags/tag407.xml" /><ns0:Relationship Id="rId3" Type="http://schemas.openxmlformats.org/officeDocument/2006/relationships/tags" Target="../tags/tag402.xml" /><ns0:Relationship Id="rIdTechnicalImage" Type="http://schemas.openxmlformats.org/officeDocument/2006/relationships/image" Target="../media/cetc_p17.png" /></ns0:Relationships>
</file>

<file path=ppt/slides/_rels/slide16.xml.rels><?xml version='1.0' encoding='utf-8'?>
<ns0:Relationships xmlns:ns0="http://schemas.openxmlformats.org/package/2006/relationships"><ns0:Relationship Id="rId3" Type="http://schemas.openxmlformats.org/officeDocument/2006/relationships/slideLayout" Target="../slideLayouts/slideLayout7.xml" /><ns0:Relationship Id="rId2" Type="http://schemas.openxmlformats.org/officeDocument/2006/relationships/video" Target="../media/media1.mp4" /><ns0:Relationship Id="rId1" Type="http://schemas.microsoft.com/office/2007/relationships/media" Target="../media/media1.mp4" /><ns0:Relationship Id="rId4" Type="http://schemas.openxmlformats.org/officeDocument/2006/relationships/image" Target="../media/image81.png" /><ns0:Relationship Id="rIdTechnicalImage" Type="http://schemas.openxmlformats.org/officeDocument/2006/relationships/image" Target="../media/cetc_p18.png" /></ns0:Relationships>
</file>

<file path=ppt/slides/_rels/slide17.xml.rels><?xml version='1.0' encoding='utf-8'?>
<ns0:Relationships xmlns:ns0="http://schemas.openxmlformats.org/package/2006/relationships"><ns0:Relationship Id="rId3" Type="http://schemas.openxmlformats.org/officeDocument/2006/relationships/image" Target="../media/image1.png" /><ns0:Relationship Id="rId2" Type="http://schemas.openxmlformats.org/officeDocument/2006/relationships/slideLayout" Target="../slideLayouts/slideLayout1.xml" /><ns0:Relationship Id="rId1" Type="http://schemas.openxmlformats.org/officeDocument/2006/relationships/tags" Target="../tags/tag434.xml" /><ns0:Relationship Id="rId5" Type="http://schemas.openxmlformats.org/officeDocument/2006/relationships/image" Target="../media/image6.png" /><ns0:Relationship Id="rId4" Type="http://schemas.openxmlformats.org/officeDocument/2006/relationships/image" Target="../media/image82.png" /><ns0:Relationship Id="rIdTechnicalImage" Type="http://schemas.openxmlformats.org/officeDocument/2006/relationships/image" Target="../media/cetc_p19.png" /></ns0: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3_赛题重述_整页_v03_技术链路.png"/>
          <p:cNvPicPr/>
          <p:nvPr/>
        </p:nvPicPr>
        <p:blipFill>
          <a:blip r:embed="rIdTechnical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4_技术路线_生图重构_v06.png"/>
          <p:cNvPicPr/>
          <p:nvPr/>
        </p:nvPicPr>
        <p:blipFill>
          <a:blip r:embed="rIdTechnical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5_Wiener_Tile_Halo_整页_v01.png"/>
          <p:cNvPicPr/>
          <p:nvPr/>
        </p:nvPicPr>
        <p:blipFill>
          <a:blip r:embed="rIdTechnical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6_IIR_Affine_Prefix_Scan_整页_v01.png"/>
          <p:cNvPicPr/>
          <p:nvPr/>
        </p:nvPicPr>
        <p:blipFill>
          <a:blip r:embed="rIdTechnical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7_Periodogram_R2C_Fusion_Cache_整页_v01.png"/>
          <p:cNvPicPr/>
          <p:nvPr/>
        </p:nvPicPr>
        <p:blipFill>
          <a:blip r:embed="rIdTechnical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8_Task1_Device_Resident_整页_v01.png"/>
          <p:cNvPicPr/>
          <p:nvPr/>
        </p:nvPicPr>
        <p:blipFill>
          <a:blip r:embed="rIdTechnical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9_Task1_统一L1-L6待复测_整页_v03.png"/>
          <p:cNvPicPr/>
          <p:nvPr/>
        </p:nvPicPr>
        <p:blipFill>
          <a:blip r:embed="rIdTechnical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12" presetClass="exit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7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#ppt_w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left)">
                                      <p:cBhvr>
                                        <p:cTn id="4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500"/>
                            </p:stCondLst>
                            <p:childTnLst>
                              <p:par>
                                <p:cTn id="51" presetID="1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2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0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500"/>
                            </p:stCondLst>
                            <p:childTnLst>
                              <p:par>
                                <p:cTn id="70" presetID="12" presetClass="exit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1" dur="2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#ppt_w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left)">
                                      <p:cBhvr>
                                        <p:cTn id="72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199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4500"/>
                            </p:stCondLst>
                            <p:childTnLst>
                              <p:par>
                                <p:cTn id="75" presetID="1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2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4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  <p:bldP spid="37" grpId="0"/>
      <p:bldP spid="6" grpId="0" bldLvl="0" animBg="1"/>
      <p:bldP spid="10" grpId="0" bldLvl="0" animBg="1"/>
      <p:bldP spid="10" grpId="1" bldLvl="0" animBg="1"/>
      <p:bldP spid="21" grpId="0"/>
      <p:bldP spid="21" grpId="1"/>
      <p:bldP spid="27" grpId="0" bldLvl="0" animBg="1"/>
      <p:bldP spid="27" grpId="1" bldLvl="0" animBg="1"/>
      <p:bldP spid="32" grpId="0"/>
      <p:bldP spid="32" grpId="1"/>
      <p:bldP spid="42" grpId="0" bldLvl="0" animBg="1"/>
      <p:bldP spid="49" grpId="0" bldLvl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0_Task2_Score_Only_生图重构_v06.png"/>
          <p:cNvPicPr/>
          <p:nvPr/>
        </p:nvPicPr>
        <p:blipFill>
          <a:blip r:embed="rIdTechnical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1_Task2_统一L1-L6待复测_整页_v02.png"/>
          <p:cNvPicPr/>
          <p:nvPr/>
        </p:nvPicPr>
        <p:blipFill>
          <a:blip r:embed="rIdTechnical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 bldLvl="0" animBg="1"/>
      <p:bldP spid="129" grpId="1" animBg="1"/>
      <p:bldP spid="131" grpId="0" bldLvl="0" animBg="1"/>
      <p:bldP spid="131" grpId="1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2_代码架构_整页_v01.png"/>
          <p:cNvPicPr/>
          <p:nvPr/>
        </p:nvPicPr>
        <p:blipFill>
          <a:blip r:embed="rIdTechnical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3_81算子与公共机制_整页_v01.png"/>
          <p:cNvPicPr/>
          <p:nvPr/>
        </p:nvPicPr>
        <p:blipFill>
          <a:blip r:embed="rIdTechnical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4_统一L6正确性待复测_整页_v03.png"/>
          <p:cNvPicPr/>
          <p:nvPr/>
        </p:nvPicPr>
        <p:blipFill>
          <a:blip r:embed="rIdTechnical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5_算子库性能总览_整页_v02.png"/>
          <p:cNvPicPr/>
          <p:nvPr/>
        </p:nvPicPr>
        <p:blipFill>
          <a:blip r:embed="rIdTechnical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6_统一L1-L6规模与热点待复测_整页_v03.png"/>
          <p:cNvPicPr/>
          <p:nvPr/>
        </p:nvPicPr>
        <p:blipFill>
          <a:blip r:embed="rIdTechnical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7_统一测评与改进方向_生图重构_v06.png"/>
          <p:cNvPicPr/>
          <p:nvPr/>
        </p:nvPicPr>
        <p:blipFill>
          <a:blip r:embed="rIdTechnical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8_核心亮点_生图重构_v06.png"/>
          <p:cNvPicPr/>
          <p:nvPr/>
        </p:nvPicPr>
        <p:blipFill>
          <a:blip r:embed="rIdTechnical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9_AI工具使用说明_整页_v02.png"/>
          <p:cNvPicPr/>
          <p:nvPr/>
        </p:nvPicPr>
        <p:blipFill>
          <a:blip r:embed="rIdTechnical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3&quot;:[4364888],&quot;29&quot;:[50000077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7.3657480314961,&quot;left&quot;:155.89999999999998,&quot;top&quot;:59.2,&quot;width&quot;:461.78622047244096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7.3657480314961,&quot;left&quot;:155.89999999999998,&quot;top&quot;:59.2,&quot;width&quot;:461.78622047244096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7.3657480314961,&quot;left&quot;:155.89999999999998,&quot;top&quot;:59.2,&quot;width&quot;:461.78622047244096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7.3657480314961,&quot;left&quot;:155.89999999999998,&quot;top&quot;:59.2,&quot;width&quot;:461.78622047244096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7.3657480314961,&quot;left&quot;:155.89999999999998,&quot;top&quot;:59.2,&quot;width&quot;:461.78622047244096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7.3657480314961,&quot;left&quot;:155.89999999999998,&quot;top&quot;:59.2,&quot;width&quot;:461.78622047244096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7.3657480314961,&quot;left&quot;:155.89999999999998,&quot;top&quot;:59.2,&quot;width&quot;:461.78622047244096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7.3657480314961,&quot;left&quot;:155.89999999999998,&quot;top&quot;:59.2,&quot;width&quot;:461.78622047244096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7.3657480314961,&quot;left&quot;:155.89999999999998,&quot;top&quot;:59.2,&quot;width&quot;:461.78622047244096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7.3657480314961,&quot;left&quot;:155.89999999999998,&quot;top&quot;:59.2,&quot;width&quot;:461.78622047244096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4"/>
  <p:tag name="KSO_WM_UNIT_ID" val="diagram20234872_1*l_h_i*1_2_4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5.8,&quot;left&quot;:24.399993896484375,&quot;top&quot;:121.75,&quot;width&quot;:911.2000122070312}"/>
  <p:tag name="KSO_WM_DIAGRAM_COLOR_MATCH_VALUE" val="{&quot;shape&quot;:{&quot;fill&quot;:{&quot;gradient&quot;:[{&quot;brightness&quot;:0,&quot;colorType&quot;:1,&quot;foreColorIndex&quot;:6,&quot;pos&quot;:0.05000000074505806,&quot;transparency&quot;:0},{&quot;brightness&quot;:0.4000000059604645,&quot;colorType&quot;:1,&quot;foreColorIndex&quot;:6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3"/>
  <p:tag name="KSO_WM_UNIT_ID" val="diagram20234872_1*l_h_i*1_2_3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5.8,&quot;left&quot;:24.399993896484375,&quot;top&quot;:121.75,&quot;width&quot;:911.2000122070312}"/>
  <p:tag name="KSO_WM_DIAGRAM_COLOR_MATCH_VALUE" val="{&quot;shape&quot;:{&quot;fill&quot;:{&quot;type&quot;:0},&quot;glow&quot;:{&quot;colorType&quot;:0},&quot;line&quot;:{&quot;solidLine&quot;:{&quot;brightness&quot;:0.25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2"/>
  <p:tag name="KSO_WM_UNIT_ID" val="diagram20234872_1*l_h_i*1_2_2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5.8,&quot;left&quot;:24.399993896484375,&quot;top&quot;:121.75,&quot;width&quot;:911.2000122070312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1"/>
  <p:tag name="KSO_WM_UNIT_ID" val="diagram20234872_1*l_h_i*1_2_1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5.8,&quot;left&quot;:24.399993896484375,&quot;top&quot;:121.75,&quot;width&quot;:911.2000122070312}"/>
  <p:tag name="KSO_WM_DIAGRAM_COLOR_MATCH_VALUE" val="{&quot;shape&quot;:{&quot;fill&quot;:{&quot;type&quot;:0},&quot;glow&quot;:{&quot;colorType&quot;:0},&quot;line&quot;:{&quot;solidLine&quot;:{&quot;brightness&quot;:0.25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3"/>
  <p:tag name="KSO_WM_UNIT_ID" val="diagram20234872_1*l_h_i*1_1_3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5.8,&quot;left&quot;:24.399993896484375,&quot;top&quot;:121.75,&quot;width&quot;:911.2000122070312}"/>
  <p:tag name="KSO_WM_DIAGRAM_COLOR_MATCH_VALUE" val="{&quot;shape&quot;:{&quot;fill&quot;:{&quot;gradient&quot;:[{&quot;brightness&quot;:0,&quot;colorType&quot;:1,&quot;foreColorIndex&quot;:5,&quot;pos&quot;:0.05000000074505806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4"/>
  <p:tag name="KSO_WM_UNIT_ID" val="diagram20234872_1*l_h_i*1_1_4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5.8,&quot;left&quot;:24.399993896484375,&quot;top&quot;:121.75,&quot;width&quot;:911.2000122070312}"/>
  <p:tag name="KSO_WM_DIAGRAM_COLOR_MATCH_VALUE" val="{&quot;shape&quot;:{&quot;fill&quot;:{&quot;type&quot;:0},&quot;glow&quot;:{&quot;colorType&quot;:0},&quot;line&quot;:{&quot;solidLine&quot;:{&quot;brightness&quot;:0.25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2"/>
  <p:tag name="KSO_WM_UNIT_ID" val="diagram20234872_1*l_h_i*1_1_2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5.8,&quot;left&quot;:24.399993896484375,&quot;top&quot;:121.75,&quot;width&quot;:911.2000122070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1"/>
  <p:tag name="KSO_WM_UNIT_ID" val="diagram20234872_1*l_h_i*1_1_1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5.8,&quot;left&quot;:24.399993896484375,&quot;top&quot;:121.75,&quot;width&quot;:911.2000122070312}"/>
  <p:tag name="KSO_WM_DIAGRAM_COLOR_MATCH_VALUE" val="{&quot;shape&quot;:{&quot;fill&quot;:{&quot;type&quot;:0},&quot;glow&quot;:{&quot;colorType&quot;:0},&quot;line&quot;:{&quot;solidLine&quot;:{&quot;brightness&quot;:0.25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4872_1*l_h_a*1_1_1"/>
  <p:tag name="KSO_WM_TEMPLATE_CATEGORY" val="diagram"/>
  <p:tag name="KSO_WM_TEMPLATE_INDEX" val="20234872"/>
  <p:tag name="KSO_WM_UNIT_LAYERLEVEL" val="1_1_1"/>
  <p:tag name="KSO_WM_TAG_VERSION" val="3.0"/>
  <p:tag name="KSO_WM_UNIT_TEXT_FILL_TYPE" val="1"/>
  <p:tag name="KSO_WM_DIAGRAM_MAX_ITEMCNT" val="6"/>
  <p:tag name="KSO_WM_DIAGRAM_MIN_ITEMCNT" val="2"/>
  <p:tag name="KSO_WM_DIAGRAM_VIRTUALLY_FRAME" val="{&quot;height&quot;:365.8,&quot;left&quot;:24.399993896484375,&quot;top&quot;:121.75,&quot;width&quot;:911.2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PRESET_TEXT" val="添加标题"/>
  <p:tag name="KSO_WM_UNIT_TEXT_TYPE" val="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4872_1*l_h_a*1_2_1"/>
  <p:tag name="KSO_WM_TEMPLATE_CATEGORY" val="diagram"/>
  <p:tag name="KSO_WM_TEMPLATE_INDEX" val="20234872"/>
  <p:tag name="KSO_WM_UNIT_LAYERLEVEL" val="1_1_1"/>
  <p:tag name="KSO_WM_TAG_VERSION" val="3.0"/>
  <p:tag name="KSO_WM_UNIT_TEXT_FILL_TYPE" val="1"/>
  <p:tag name="KSO_WM_DIAGRAM_MAX_ITEMCNT" val="6"/>
  <p:tag name="KSO_WM_DIAGRAM_MIN_ITEMCNT" val="2"/>
  <p:tag name="KSO_WM_DIAGRAM_VIRTUALLY_FRAME" val="{&quot;height&quot;:365.8,&quot;left&quot;:24.399993896484375,&quot;top&quot;:121.75,&quot;width&quot;:911.2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PRESET_TEXT" val="添加标题"/>
  <p:tag name="KSO_WM_UNIT_TEXT_TYPE" val="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5"/>
  <p:tag name="KSO_WM_UNIT_ID" val="diagram20234872_1*l_h_i*1_1_5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5.8,&quot;left&quot;:24.399993896484375,&quot;top&quot;:121.75,&quot;width&quot;:911.2000122070312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5"/>
  <p:tag name="KSO_WM_UNIT_ID" val="diagram20234872_1*l_h_i*1_2_5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5.8,&quot;left&quot;:24.399993896484375,&quot;top&quot;:121.75,&quot;width&quot;:911.2000122070312}"/>
  <p:tag name="KSO_WM_DIAGRAM_COLOR_MATCH_VALUE" val="{&quot;shape&quot;:{&quot;fill&quot;:{&quot;type&quot;:0},&quot;glow&quot;:{&quot;colorType&quot;:0},&quot;line&quot;:{&quot;solidLine&quot;:{&quot;brightness&quot;:0,&quot;colorType&quot;:1,&quot;foreColorIndex&quot;:6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6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57*211"/>
  <p:tag name="TABLE_ENDDRAG_RECT" val="122*273*557*21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318_5*m_i*1_1"/>
  <p:tag name="KSO_WM_TEMPLATE_CATEGORY" val="diagram"/>
  <p:tag name="KSO_WM_TEMPLATE_INDEX" val="20230318"/>
  <p:tag name="KSO_WM_UNIT_LAYERLEVEL" val="1_1"/>
  <p:tag name="KSO_WM_TAG_VERSION" val="3.0"/>
  <p:tag name="KSO_WM_DIAGRAM_GROUP_CODE" val="m1-1"/>
  <p:tag name="KSO_WM_UNIT_TYPE" val="m_i"/>
  <p:tag name="KSO_WM_UNIT_INDEX" val="1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62.55015748031505,&quot;left&quot;:139.8817101094315,&quot;top&quot;:112.67496062992127,&quot;width&quot;:492.9682898905685}"/>
  <p:tag name="KSO_WM_DIAGRAM_COLOR_MATCH_VALUE" val="{&quot;shape&quot;:{&quot;fill&quot;:{&quot;gradient&quot;:[{&quot;brightness&quot;:0.6000000238418579,&quot;colorType&quot;:1,&quot;foreColorIndex&quot;:5,&quot;pos&quot;:0,&quot;transparency&quot;:0.8700000047683716},{&quot;brightness&quot;:0.4000000059604645,&quot;colorType&quot;:1,&quot;foreColorIndex&quot;:5,&quot;pos&quot;:1,&quot;transparency&quot;:0.5}],&quot;type&quot;:3},&quot;glow&quot;:{&quot;colorType&quot;:0},&quot;line&quot;:{&quot;type&quot;:0},&quot;shadow&quot;:{&quot;brightness&quot;:0.4000000059604645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SHADOW_SCHEMECOLOR_INDEX_BRIGHTNESS" val="0.4"/>
  <p:tag name="KSO_WM_UNIT_SHADOW_SCHEMECOLOR_INDEX" val="5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USE_COLOR_VALUE" val="{&quot;color_scheme&quot;:1,&quot;theme_color_indexes&quot;:[6,7,6,7,6,7]}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5_1"/>
  <p:tag name="KSO_WM_UNIT_ID" val="diagram20236918_4*m_h_a*1_5_1"/>
  <p:tag name="KSO_WM_TEMPLATE_CATEGORY" val="diagram"/>
  <p:tag name="KSO_WM_TEMPLATE_INDEX" val="20236918"/>
  <p:tag name="KSO_WM_UNIT_LAYERLEVEL" val="1_1_1"/>
  <p:tag name="KSO_WM_TAG_VERSION" val="3.0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UNIT_PRESET_TEXT" val="添加标题"/>
  <p:tag name="KSO_WM_UNIT_FILL_TYPE" val="3"/>
  <p:tag name="KSO_WM_UNIT_TEXT_FILL_FORE_SCHEMECOLOR_INDEX" val="1"/>
  <p:tag name="KSO_WM_UNIT_TEXT_FILL_TYPE" val="1"/>
  <p:tag name="KSO_WM_DIAGRAM_MAX_ITEMCNT" val="5"/>
  <p:tag name="KSO_WM_DIAGRAM_MIN_ITEMCNT" val="2"/>
  <p:tag name="KSO_WM_DIAGRAM_VIRTUALLY_FRAME" val="{&quot;height&quot;:701.7802856445312,&quot;left&quot;:77.15,&quot;top&quot;:1.4499212598424491,&quot;width&quot;:882.7}"/>
  <p:tag name="KSO_WM_DIAGRAM_COLOR_MATCH_VALUE" val="{&quot;shape&quot;:{&quot;fill&quot;:{&quot;gradient&quot;:[{&quot;brightness&quot;:0,&quot;colorType&quot;:2,&quot;pos&quot;:0.23000000417232513,&quot;rgb&quot;:&quot;#ffffff&quot;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1"/>
  <p:tag name="KSO_WM_DIAGRAM_USE_COLOR_VALUE" val="{&quot;color_scheme&quot;:1,&quot;color_type&quot;:1,&quot;theme_color_indexes&quot;:[5,6,5,6,5,6]}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105.20000000000019,&quot;left&quot;:313.59999389648436,&quot;top&quot;:78.65,&quot;width&quot;:412.8000122070313}"/>
  <p:tag name="KSO_WM_DIAGRAM_COLOR_MATCH_VALUE" val="{&quot;shape&quot;:{&quot;fill&quot;:{&quot;gradient&quot;:[{&quot;brightness&quot;:0.800000011920929,&quot;colorType&quot;:1,&quot;foreColorIndex&quot;:5,&quot;pos&quot;:0,&quot;transparency&quot;:1},{&quot;brightness&quot;:0.800000011920929,&quot;colorType&quot;:1,&quot;foreColorIndex&quot;:5,&quot;pos&quot;:0.6499999761581421,&quot;transparency&quot;:0.5199999809265137},{&quot;brightness&quot;:0.800000011920929,&quot;colorType&quot;:1,&quot;foreColorIndex&quot;:5,&quot;pos&quot;:1,&quot;transparency&quot;:0.12999999523162842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653_2*l_h_i*1_1_2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FILL_TYPE" val="3"/>
  <p:tag name="KSO_WM_DIAGRAM_USE_COLOR_VALUE" val="{&quot;color_scheme&quot;:1,&quot;color_type&quot;:1,&quot;theme_color_indexes&quot;:[]}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105.20000000000019,&quot;left&quot;:313.59999389648436,&quot;top&quot;:78.65,&quot;width&quot;:412.8000122070313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699999988079071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2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653_2*l_h_a*1_1_1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PRESET_TEXT" val="添加&#10;标题"/>
  <p:tag name="KSO_WM_UNIT_FILL_TYPE" val="3"/>
  <p:tag name="KSO_WM_UNIT_TEXT_TYPE" val="1"/>
  <p:tag name="KSO_WM_DIAGRAM_USE_COLOR_VALUE" val="{&quot;color_scheme&quot;:1,&quot;color_type&quot;:1,&quot;theme_color_indexes&quot;:[]}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105.20000000000019,&quot;left&quot;:313.59999389648436,&quot;top&quot;:78.65,&quot;width&quot;:412.8000122070313}"/>
  <p:tag name="KSO_WM_DIAGRAM_COLOR_MATCH_VALUE" val="{&quot;shape&quot;:{&quot;fill&quot;:{&quot;gradient&quot;:[{&quot;brightness&quot;:0,&quot;colorType&quot;:1,&quot;foreColorIndex&quot;:5,&quot;pos&quot;:0,&quot;transparency&quot;:0},{&quot;brightness&quot;:0.20000000298023224,&quot;colorType&quot;:1,&quot;foreColorIndex&quot;:5,&quot;pos&quot;:1,&quot;transparency&quot;:0}],&quot;type&quot;:3},&quot;glow&quot;:{&quot;colorType&quot;:0},&quot;line&quot;:{&quot;gradient&quot;:[{&quot;brightness&quot;:0,&quot;colorType&quot;:2,&quot;pos&quot;:0,&quot;rgb&quot;:&quot;#ffffff&quot;,&quot;transparency&quot;:0},{&quot;brightness&quot;:0,&quot;colorType&quot;:2,&quot;pos&quot;:0.5299999713897705,&quot;rgb&quot;:&quot;#ffffff&quot;,&quot;transparency&quot;:1}],&quot;type&quot;:2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1653_2*l_h_i*1_1_1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FILL_TYPE" val="3"/>
  <p:tag name="KSO_WM_DIAGRAM_USE_COLOR_VALUE" val="{&quot;color_scheme&quot;:1,&quot;color_type&quot;:1,&quot;theme_color_indexes&quot;:[]}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105.20000000000019,&quot;left&quot;:313.59999389648436,&quot;top&quot;:78.65,&quot;width&quot;:412.8000122070313}"/>
  <p:tag name="KSO_WM_DIAGRAM_COLOR_MATCH_VALUE" val="{&quot;shape&quot;:{&quot;fill&quot;:{&quot;gradient&quot;:[{&quot;brightness&quot;:0.800000011920929,&quot;colorType&quot;:1,&quot;foreColorIndex&quot;:8,&quot;pos&quot;:0,&quot;transparency&quot;:1},{&quot;brightness&quot;:0.800000011920929,&quot;colorType&quot;:1,&quot;foreColorIndex&quot;:8,&quot;pos&quot;:0.6499999761581421,&quot;transparency&quot;:0.5199999809265137},{&quot;brightness&quot;:0.800000011920929,&quot;colorType&quot;:1,&quot;foreColorIndex&quot;:8,&quot;pos&quot;:1,&quot;transparency&quot;:0.12999999523162842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653_2*l_h_i*1_2_2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FILL_TYPE" val="3"/>
  <p:tag name="KSO_WM_DIAGRAM_USE_COLOR_VALUE" val="{&quot;color_scheme&quot;:1,&quot;color_type&quot;:1,&quot;theme_color_indexes&quot;:[]}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105.20000000000019,&quot;left&quot;:313.59999389648436,&quot;top&quot;:78.65,&quot;width&quot;:412.8000122070313}"/>
  <p:tag name="KSO_WM_DIAGRAM_COLOR_MATCH_VALUE" val="{&quot;shape&quot;:{&quot;fill&quot;:{&quot;gradient&quot;:[{&quot;brightness&quot;:0.4000000059604645,&quot;colorType&quot;:1,&quot;foreColorIndex&quot;:8,&quot;pos&quot;:0,&quot;transparency&quot;:0},{&quot;brightness&quot;:0,&quot;colorType&quot;:1,&quot;foreColorIndex&quot;:8,&quot;pos&quot;:0.699999988079071,&quot;transparency&quot;:0}],&quot;type&quot;:3},&quot;glow&quot;:{&quot;colorType&quot;:0},&quot;line&quot;:{&quot;type&quot;:0},&quot;shadow&quot;:{&quot;brightness&quot;:0,&quot;colorType&quot;:1,&quot;foreColorIndex&quot;:8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2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653_2*l_h_a*1_2_1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PRESET_TEXT" val="添加&#10;标题"/>
  <p:tag name="KSO_WM_UNIT_FILL_TYPE" val="3"/>
  <p:tag name="KSO_WM_UNIT_TEXT_TYPE" val="1"/>
  <p:tag name="KSO_WM_DIAGRAM_USE_COLOR_VALUE" val="{&quot;color_scheme&quot;:1,&quot;color_type&quot;:1,&quot;theme_color_indexes&quot;:[]}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105.20000000000019,&quot;left&quot;:313.59999389648436,&quot;top&quot;:78.65,&quot;width&quot;:412.8000122070313}"/>
  <p:tag name="KSO_WM_DIAGRAM_COLOR_MATCH_VALUE" val="{&quot;shape&quot;:{&quot;fill&quot;:{&quot;gradient&quot;:[{&quot;brightness&quot;:0.4000000059604645,&quot;colorType&quot;:1,&quot;foreColorIndex&quot;:8,&quot;pos&quot;:0,&quot;transparency&quot;:0},{&quot;brightness&quot;:0,&quot;colorType&quot;:1,&quot;foreColorIndex&quot;:8,&quot;pos&quot;:0.699999988079071,&quot;transparency&quot;:0}],&quot;type&quot;:3},&quot;glow&quot;:{&quot;colorType&quot;:0},&quot;line&quot;:{&quot;type&quot;:0},&quot;shadow&quot;:{&quot;brightness&quot;:0,&quot;colorType&quot;:1,&quot;foreColorIndex&quot;:8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1653_2*l_h_i*1_2_1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FILL_TYPE" val="3"/>
  <p:tag name="KSO_WM_DIAGRAM_USE_COLOR_VALUE" val="{&quot;color_scheme&quot;:1,&quot;color_type&quot;:1,&quot;theme_color_indexes&quot;:[]}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105.20000000000019,&quot;left&quot;:313.59999389648436,&quot;top&quot;:78.65,&quot;width&quot;:412.8000122070313}"/>
  <p:tag name="KSO_WM_DIAGRAM_COLOR_MATCH_VALUE" val="{&quot;shape&quot;:{&quot;fill&quot;:{&quot;gradient&quot;:[{&quot;brightness&quot;:0.800000011920929,&quot;colorType&quot;:1,&quot;foreColorIndex&quot;:5,&quot;pos&quot;:0,&quot;transparency&quot;:1},{&quot;brightness&quot;:0.800000011920929,&quot;colorType&quot;:1,&quot;foreColorIndex&quot;:5,&quot;pos&quot;:0.6499999761581421,&quot;transparency&quot;:0.5199999809265137},{&quot;brightness&quot;:0.800000011920929,&quot;colorType&quot;:1,&quot;foreColorIndex&quot;:5,&quot;pos&quot;:1,&quot;transparency&quot;:0.12999999523162842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1653_2*l_h_i*1_3_2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FILL_TYPE" val="3"/>
  <p:tag name="KSO_WM_DIAGRAM_USE_COLOR_VALUE" val="{&quot;color_scheme&quot;:1,&quot;color_type&quot;:1,&quot;theme_color_indexes&quot;:[]}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105.20000000000019,&quot;left&quot;:313.59999389648436,&quot;top&quot;:78.65,&quot;width&quot;:412.8000122070313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699999988079071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2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1653_2*l_h_a*1_3_1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PRESET_TEXT" val="添加&#10;标题"/>
  <p:tag name="KSO_WM_UNIT_FILL_TYPE" val="3"/>
  <p:tag name="KSO_WM_UNIT_TEXT_TYPE" val="1"/>
  <p:tag name="KSO_WM_DIAGRAM_USE_COLOR_VALUE" val="{&quot;color_scheme&quot;:1,&quot;color_type&quot;:1,&quot;theme_color_indexes&quot;:[]}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105.20000000000019,&quot;left&quot;:313.59999389648436,&quot;top&quot;:78.65,&quot;width&quot;:412.8000122070313}"/>
  <p:tag name="KSO_WM_DIAGRAM_COLOR_MATCH_VALUE" val="{&quot;shape&quot;:{&quot;fill&quot;:{&quot;gradient&quot;:[{&quot;brightness&quot;:0,&quot;colorType&quot;:1,&quot;foreColorIndex&quot;:5,&quot;pos&quot;:0,&quot;transparency&quot;:0},{&quot;brightness&quot;:0.20000000298023224,&quot;colorType&quot;:1,&quot;foreColorIndex&quot;:5,&quot;pos&quot;:1,&quot;transparency&quot;:0}],&quot;type&quot;:3},&quot;glow&quot;:{&quot;colorType&quot;:0},&quot;line&quot;:{&quot;gradient&quot;:[{&quot;brightness&quot;:0,&quot;colorType&quot;:2,&quot;pos&quot;:0,&quot;rgb&quot;:&quot;#ffffff&quot;,&quot;transparency&quot;:0},{&quot;brightness&quot;:0,&quot;colorType&quot;:2,&quot;pos&quot;:0.5299999713897705,&quot;rgb&quot;:&quot;#ffffff&quot;,&quot;transparency&quot;:1}],&quot;type&quot;:2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1653_2*l_h_i*1_3_1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FILL_TYPE" val="3"/>
  <p:tag name="KSO_WM_DIAGRAM_USE_COLOR_VALUE" val="{&quot;color_scheme&quot;:1,&quot;color_type&quot;:1,&quot;theme_color_indexes&quot;:[]}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105.20000000000019,&quot;left&quot;:313.59999389648436,&quot;top&quot;:78.65,&quot;width&quot;:412.8000122070313}"/>
  <p:tag name="KSO_WM_DIAGRAM_COLOR_MATCH_VALUE" val="{&quot;shape&quot;:{&quot;fill&quot;:{&quot;gradient&quot;:[{&quot;brightness&quot;:0,&quot;colorType&quot;:1,&quot;foreColorIndex&quot;:5,&quot;pos&quot;:0,&quot;transparency&quot;:0},{&quot;brightness&quot;:0.20000000298023224,&quot;colorType&quot;:1,&quot;foreColorIndex&quot;:5,&quot;pos&quot;:1,&quot;transparency&quot;:0}],&quot;type&quot;:3},&quot;glow&quot;:{&quot;colorType&quot;:0},&quot;line&quot;:{&quot;gradient&quot;:[{&quot;brightness&quot;:0,&quot;colorType&quot;:2,&quot;pos&quot;:0,&quot;rgb&quot;:&quot;#ffffff&quot;,&quot;transparency&quot;:0},{&quot;brightness&quot;:0,&quot;colorType&quot;:2,&quot;pos&quot;:0.5299999713897705,&quot;rgb&quot;:&quot;#ffffff&quot;,&quot;transparency&quot;:1}],&quot;type&quot;:2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1653_2*l_h_i*1_1_1"/>
  <p:tag name="KSO_WM_TEMPLATE_CATEGORY" val="diagram"/>
  <p:tag name="KSO_WM_TEMPLATE_INDEX" val="20231653"/>
  <p:tag name="KSO_WM_UNIT_LAYERLEVEL" val="1_1_1"/>
  <p:tag name="KSO_WM_TAG_VERSION" val="3.0"/>
  <p:tag name="KSO_WM_UNIT_FILL_TYPE" val="3"/>
  <p:tag name="KSO_WM_DIAGRAM_USE_COLOR_VALUE" val="{&quot;color_scheme&quot;:1,&quot;color_type&quot;:1,&quot;theme_color_indexes&quot;:[]}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105.20000000000019,&quot;left&quot;:313.59999389648436,&quot;top&quot;:78.65,&quot;width&quot;:412.8000122070313}"/>
  <p:tag name="KSO_WM_DIAGRAM_COLOR_MATCH_VALUE" val="{&quot;shape&quot;:{&quot;fill&quot;:{&quot;gradient&quot;:[{&quot;brightness&quot;:0,&quot;colorType&quot;:1,&quot;foreColorIndex&quot;:5,&quot;pos&quot;:0,&quot;transparency&quot;:0},{&quot;brightness&quot;:0.20000000298023224,&quot;colorType&quot;:1,&quot;foreColorIndex&quot;:5,&quot;pos&quot;:1,&quot;transparency&quot;:0}],&quot;type&quot;:3},&quot;glow&quot;:{&quot;colorType&quot;:0},&quot;line&quot;:{&quot;gradient&quot;:[{&quot;brightness&quot;:0,&quot;colorType&quot;:2,&quot;pos&quot;:0,&quot;rgb&quot;:&quot;#ffffff&quot;,&quot;transparency&quot;:0},{&quot;brightness&quot;:0,&quot;colorType&quot;:2,&quot;pos&quot;:0.5299999713897705,&quot;rgb&quot;:&quot;#ffffff&quot;,&quot;transparency&quot;:1}],&quot;type&quot;:2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1653_2*l_h_i*1_1_1"/>
  <p:tag name="KSO_WM_TEMPLATE_CATEGORY" val="diagram"/>
  <p:tag name="KSO_WM_TEMPLATE_INDEX" val="20231653"/>
  <p:tag name="KSO_WM_UNIT_LAYERLEVEL" val="1_1_1"/>
  <p:tag name="KSO_WM_TAG_VERSION" val="3.0"/>
  <p:tag name="KSO_WM_UNIT_FILL_TYPE" val="3"/>
  <p:tag name="KSO_WM_DIAGRAM_USE_COLOR_VALUE" val="{&quot;color_scheme&quot;:1,&quot;color_type&quot;:1,&quot;theme_color_indexes&quot;:[]}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18_4*m_i*1_1"/>
  <p:tag name="KSO_WM_TEMPLATE_CATEGORY" val="diagram"/>
  <p:tag name="KSO_WM_TEMPLATE_INDEX" val="20236918"/>
  <p:tag name="KSO_WM_UNIT_LAYERLEVEL" val="1_1"/>
  <p:tag name="KSO_WM_TAG_VERSION" val="3.0"/>
  <p:tag name="KSO_WM_DIAGRAM_GROUP_CODE" val="m1-1"/>
  <p:tag name="KSO_WM_UNIT_TYPE" val="m_i"/>
  <p:tag name="KSO_WM_UNIT_INDEX" val="1_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701.7802856445312,&quot;left&quot;:77.15,&quot;top&quot;:1.4499212598424491,&quot;width&quot;:882.7}"/>
  <p:tag name="KSO_WM_DIAGRAM_COLOR_MATCH_VALUE" val="{&quot;shape&quot;:{&quot;fill&quot;:{&quot;gradient&quot;:[{&quot;brightness&quot;:0,&quot;colorType&quot;:1,&quot;foreColorIndex&quot;:5,&quot;pos&quot;:1,&quot;transparency&quot;:0.6000000238418579},{&quot;brightness&quot;:0,&quot;colorType&quot;:1,&quot;foreColorIndex&quot;:5,&quot;pos&quot;:0.4699999988079071,&quot;transparency&quot;:0.800000011920929},{&quot;brightness&quot;:0,&quot;colorType&quot;:1,&quot;foreColorIndex&quot;:5,&quot;pos&quot;:0,&quot;transparency&quot;:1}],&quot;type&quot;:3},&quot;glow&quot;:{&quot;colorType&quot;:0},&quot;line&quot;:{&quot;gradient&quot;:[{&quot;brightness&quot;:0,&quot;colorType&quot;:1,&quot;foreColorIndex&quot;:5,&quot;pos&quot;:0.6800000071525574,&quot;transparency&quot;:0},{&quot;brightness&quot;:0,&quot;colorType&quot;:1,&quot;foreColorIndex&quot;:5,&quot;pos&quot;:0.33000001311302185,&quot;transparency&quot;:0.6000000238418579},{&quot;brightness&quot;:0,&quot;colorType&quot;:1,&quot;foreColorIndex&quot;:5,&quot;pos&quot;:0,&quot;transparency&quot;:1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1"/>
  <p:tag name="KSO_WM_UNIT_LINE_FORE_SCHEMECOLOR_INDEX_2_BRIGHTNESS" val="0"/>
  <p:tag name="KSO_WM_UNIT_LINE_FORE_SCHEMECOLOR_INDEX_2" val="5"/>
  <p:tag name="KSO_WM_UNIT_LINE_FORE_SCHEMECOLOR_INDEX_2_POS" val="0.33"/>
  <p:tag name="KSO_WM_UNIT_LINE_FORE_SCHEMECOLOR_INDEX_2_TRANS" val="0.6"/>
  <p:tag name="KSO_WM_UNIT_LINE_FORE_SCHEMECOLOR_INDEX_3_BRIGHTNESS" val="0"/>
  <p:tag name="KSO_WM_UNIT_LINE_FORE_SCHEMECOLOR_INDEX_3" val="5"/>
  <p:tag name="KSO_WM_UNIT_LINE_FORE_SCHEMECOLOR_INDEX_3_POS" val="0.68"/>
  <p:tag name="KSO_WM_UNIT_LINE_FORE_SCHEMECOLOR_INDEX_3_TRANS" val="0"/>
  <p:tag name="KSO_WM_UNIT_LINE_FORE_SCHEMECOLOR_INDEX_4_BRIGHTNESS" val="0"/>
  <p:tag name="KSO_WM_UNIT_LINE_FORE_SCHEMECOLOR_INDEX_4" val="5"/>
  <p:tag name="KSO_WM_UNIT_LINE_FORE_SCHEMECOLOR_INDEX_4_POS" val="1"/>
  <p:tag name="KSO_WM_UNIT_LINE_FORE_SCHEMECOLOR_INDEX_4_TRANS" val="1"/>
  <p:tag name="KSO_WM_UNIT_LINE_GRADIENT_TYPE" val="0"/>
  <p:tag name="KSO_WM_UNIT_LINE_GRADIENT_ANGLE" val="0"/>
  <p:tag name="KSO_WM_UNIT_LINE_GRADIENT_DIRECTION" val="3"/>
  <p:tag name="KSO_WM_UNIT_LINE_FILL_TYPE" val="5"/>
  <p:tag name="KSO_WM_UNIT_USESOURCEFORMAT_APPLY" val="1"/>
  <p:tag name="KSO_WM_DIAGRAM_USE_COLOR_VALUE" val="{&quot;color_scheme&quot;:1,&quot;color_type&quot;:1,&quot;theme_color_indexes&quot;:[5,6,5,6,5,6]}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2_1"/>
  <p:tag name="KSO_WM_UNIT_ID" val="diagram20236918_4*m_h_i*1_2_1"/>
  <p:tag name="KSO_WM_TEMPLATE_CATEGORY" val="diagram"/>
  <p:tag name="KSO_WM_TEMPLATE_INDEX" val="20236918"/>
  <p:tag name="KSO_WM_UNIT_LAYERLEVEL" val="1_1_1"/>
  <p:tag name="KSO_WM_TAG_VERSION" val="3.0"/>
  <p:tag name="KSO_WM_UNIT_TEXT_FILL_FORE_SCHEMECOLOR_INDEX_BRIGHTNESS" val="0.15"/>
  <p:tag name="KSO_WM_UNIT_TEXT_FILL_TYPE" val="1"/>
  <p:tag name="KSO_WM_DIAGRAM_GROUP_CODE" val="m1-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701.7802856445312,&quot;left&quot;:77.15,&quot;top&quot;:1.4499212598424491,&quot;width&quot;:882.7}"/>
  <p:tag name="KSO_WM_DIAGRAM_COLOR_MATCH_VALUE" val="{&quot;shape&quot;:{&quot;fill&quot;:{&quot;gradient&quot;:[{&quot;brightness&quot;:0,&quot;colorType&quot;:1,&quot;foreColorIndex&quot;:5,&quot;pos&quot;:0,&quot;transparency&quot;:0},{&quot;brightness&quot;:0.6000000238418579,&quot;colorType&quot;:1,&quot;foreColorIndex&quot;:5,&quot;pos&quot;:0.6299999952316284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20000000298023224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UNIT_SHADOW_SCHEMECOLOR_INDEX_BRIGHTNESS" val="0"/>
  <p:tag name="KSO_WM_UNIT_SHADOW_SCHEMECOLOR_INDEX" val="5"/>
  <p:tag name="KSO_WM_UNIT_TEXT_SHADOW_SCHEMECOLOR_INDEX_BRIGHTNESS" val="-0.25"/>
  <p:tag name="KSO_WM_UNIT_TEXT_SHADOW_SCHEMECOLOR_INDEX" val="5"/>
  <p:tag name="KSO_WM_UNIT_USESOURCEFORMAT_APPLY" val="1"/>
  <p:tag name="KSO_WM_DIAGRAM_USE_COLOR_VALUE" val="{&quot;color_scheme&quot;:1,&quot;color_type&quot;:1,&quot;theme_color_indexes&quot;:[5,6,5,6,5,6]}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3_1"/>
  <p:tag name="KSO_WM_UNIT_ID" val="diagram20236918_4*m_h_i*1_3_1"/>
  <p:tag name="KSO_WM_TEMPLATE_CATEGORY" val="diagram"/>
  <p:tag name="KSO_WM_TEMPLATE_INDEX" val="20236918"/>
  <p:tag name="KSO_WM_UNIT_LAYERLEVEL" val="1_1_1"/>
  <p:tag name="KSO_WM_TAG_VERSION" val="3.0"/>
  <p:tag name="KSO_WM_UNIT_TEXT_FILL_FORE_SCHEMECOLOR_INDEX_BRIGHTNESS" val="0.15"/>
  <p:tag name="KSO_WM_UNIT_TEXT_FILL_TYPE" val="1"/>
  <p:tag name="KSO_WM_DIAGRAM_GROUP_CODE" val="m1-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701.7802856445312,&quot;left&quot;:77.15,&quot;top&quot;:1.4499212598424491,&quot;width&quot;:882.7}"/>
  <p:tag name="KSO_WM_DIAGRAM_COLOR_MATCH_VALUE" val="{&quot;shape&quot;:{&quot;fill&quot;:{&quot;gradient&quot;:[{&quot;brightness&quot;:0,&quot;colorType&quot;:1,&quot;foreColorIndex&quot;:5,&quot;pos&quot;:0,&quot;transparency&quot;:0},{&quot;brightness&quot;:0.6000000238418579,&quot;colorType&quot;:1,&quot;foreColorIndex&quot;:5,&quot;pos&quot;:0.6299999952316284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20000000298023224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UNIT_SHADOW_SCHEMECOLOR_INDEX_BRIGHTNESS" val="0"/>
  <p:tag name="KSO_WM_UNIT_SHADOW_SCHEMECOLOR_INDEX" val="5"/>
  <p:tag name="KSO_WM_UNIT_TEXT_SHADOW_SCHEMECOLOR_INDEX_BRIGHTNESS" val="-0.25"/>
  <p:tag name="KSO_WM_UNIT_TEXT_SHADOW_SCHEMECOLOR_INDEX" val="5"/>
  <p:tag name="KSO_WM_UNIT_USESOURCEFORMAT_APPLY" val="1"/>
  <p:tag name="KSO_WM_DIAGRAM_USE_COLOR_VALUE" val="{&quot;color_scheme&quot;:1,&quot;color_type&quot;:1,&quot;theme_color_indexes&quot;:[5,6,5,6,5,6]}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4_1"/>
  <p:tag name="KSO_WM_UNIT_ID" val="diagram20236918_4*m_h_i*1_4_1"/>
  <p:tag name="KSO_WM_TEMPLATE_CATEGORY" val="diagram"/>
  <p:tag name="KSO_WM_TEMPLATE_INDEX" val="20236918"/>
  <p:tag name="KSO_WM_UNIT_LAYERLEVEL" val="1_1_1"/>
  <p:tag name="KSO_WM_TAG_VERSION" val="3.0"/>
  <p:tag name="KSO_WM_UNIT_TEXT_FILL_FORE_SCHEMECOLOR_INDEX_BRIGHTNESS" val="0.15"/>
  <p:tag name="KSO_WM_UNIT_TEXT_FILL_TYPE" val="1"/>
  <p:tag name="KSO_WM_DIAGRAM_GROUP_CODE" val="m1-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701.7802856445312,&quot;left&quot;:77.15,&quot;top&quot;:1.4499212598424491,&quot;width&quot;:882.7}"/>
  <p:tag name="KSO_WM_DIAGRAM_COLOR_MATCH_VALUE" val="{&quot;shape&quot;:{&quot;fill&quot;:{&quot;gradient&quot;:[{&quot;brightness&quot;:0,&quot;colorType&quot;:1,&quot;foreColorIndex&quot;:5,&quot;pos&quot;:0,&quot;transparency&quot;:0},{&quot;brightness&quot;:0.6000000238418579,&quot;colorType&quot;:1,&quot;foreColorIndex&quot;:5,&quot;pos&quot;:0.6299999952316284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20000000298023224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UNIT_SHADOW_SCHEMECOLOR_INDEX_BRIGHTNESS" val="0"/>
  <p:tag name="KSO_WM_UNIT_SHADOW_SCHEMECOLOR_INDEX" val="5"/>
  <p:tag name="KSO_WM_UNIT_TEXT_SHADOW_SCHEMECOLOR_INDEX_BRIGHTNESS" val="-0.25"/>
  <p:tag name="KSO_WM_UNIT_TEXT_SHADOW_SCHEMECOLOR_INDEX" val="5"/>
  <p:tag name="KSO_WM_UNIT_USESOURCEFORMAT_APPLY" val="1"/>
  <p:tag name="KSO_WM_DIAGRAM_USE_COLOR_VALUE" val="{&quot;color_scheme&quot;:1,&quot;color_type&quot;:1,&quot;theme_color_indexes&quot;:[5,6,5,6,5,6]}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1_1"/>
  <p:tag name="KSO_WM_UNIT_ID" val="diagram20236918_4*m_h_i*1_1_1"/>
  <p:tag name="KSO_WM_TEMPLATE_CATEGORY" val="diagram"/>
  <p:tag name="KSO_WM_TEMPLATE_INDEX" val="20236918"/>
  <p:tag name="KSO_WM_UNIT_LAYERLEVEL" val="1_1_1"/>
  <p:tag name="KSO_WM_TAG_VERSION" val="3.0"/>
  <p:tag name="KSO_WM_UNIT_TEXT_FILL_FORE_SCHEMECOLOR_INDEX_BRIGHTNESS" val="0.15"/>
  <p:tag name="KSO_WM_UNIT_TEXT_FILL_TYPE" val="1"/>
  <p:tag name="KSO_WM_DIAGRAM_GROUP_CODE" val="m1-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701.7802856445312,&quot;left&quot;:77.15,&quot;top&quot;:1.4499212598424491,&quot;width&quot;:882.7}"/>
  <p:tag name="KSO_WM_DIAGRAM_COLOR_MATCH_VALUE" val="{&quot;shape&quot;:{&quot;fill&quot;:{&quot;gradient&quot;:[{&quot;brightness&quot;:0,&quot;colorType&quot;:1,&quot;foreColorIndex&quot;:5,&quot;pos&quot;:0,&quot;transparency&quot;:0},{&quot;brightness&quot;:0.6000000238418579,&quot;colorType&quot;:1,&quot;foreColorIndex&quot;:5,&quot;pos&quot;:0.6299999952316284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20000000298023224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UNIT_SHADOW_SCHEMECOLOR_INDEX_BRIGHTNESS" val="0"/>
  <p:tag name="KSO_WM_UNIT_SHADOW_SCHEMECOLOR_INDEX" val="5"/>
  <p:tag name="KSO_WM_UNIT_TEXT_SHADOW_SCHEMECOLOR_INDEX_BRIGHTNESS" val="-0.25"/>
  <p:tag name="KSO_WM_UNIT_TEXT_SHADOW_SCHEMECOLOR_INDEX" val="5"/>
  <p:tag name="KSO_WM_UNIT_USESOURCEFORMAT_APPLY" val="1"/>
  <p:tag name="KSO_WM_DIAGRAM_USE_COLOR_VALUE" val="{&quot;color_scheme&quot;:1,&quot;color_type&quot;:1,&quot;theme_color_indexes&quot;:[5,6,5,6,5,6]}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5_1"/>
  <p:tag name="KSO_WM_UNIT_ID" val="diagram20236918_4*m_h_i*1_5_1"/>
  <p:tag name="KSO_WM_TEMPLATE_CATEGORY" val="diagram"/>
  <p:tag name="KSO_WM_TEMPLATE_INDEX" val="20236918"/>
  <p:tag name="KSO_WM_UNIT_LAYERLEVEL" val="1_1_1"/>
  <p:tag name="KSO_WM_TAG_VERSION" val="3.0"/>
  <p:tag name="KSO_WM_UNIT_TEXT_FILL_FORE_SCHEMECOLOR_INDEX_BRIGHTNESS" val="0.15"/>
  <p:tag name="KSO_WM_UNIT_TEXT_FILL_TYPE" val="1"/>
  <p:tag name="KSO_WM_DIAGRAM_GROUP_CODE" val="m1-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701.7802856445312,&quot;left&quot;:77.15,&quot;top&quot;:1.4499212598424491,&quot;width&quot;:882.7}"/>
  <p:tag name="KSO_WM_DIAGRAM_COLOR_MATCH_VALUE" val="{&quot;shape&quot;:{&quot;fill&quot;:{&quot;gradient&quot;:[{&quot;brightness&quot;:0,&quot;colorType&quot;:1,&quot;foreColorIndex&quot;:5,&quot;pos&quot;:0,&quot;transparency&quot;:0},{&quot;brightness&quot;:0.6000000238418579,&quot;colorType&quot;:1,&quot;foreColorIndex&quot;:5,&quot;pos&quot;:0.6299999952316284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20000000298023224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UNIT_SHADOW_SCHEMECOLOR_INDEX_BRIGHTNESS" val="0"/>
  <p:tag name="KSO_WM_UNIT_SHADOW_SCHEMECOLOR_INDEX" val="5"/>
  <p:tag name="KSO_WM_UNIT_TEXT_SHADOW_SCHEMECOLOR_INDEX_BRIGHTNESS" val="-0.25"/>
  <p:tag name="KSO_WM_UNIT_TEXT_SHADOW_SCHEMECOLOR_INDEX" val="5"/>
  <p:tag name="KSO_WM_UNIT_USESOURCEFORMAT_APPLY" val="1"/>
  <p:tag name="KSO_WM_DIAGRAM_USE_COLOR_VALUE" val="{&quot;color_scheme&quot;:1,&quot;color_type&quot;:1,&quot;theme_color_indexes&quot;:[5,6,5,6,5,6]}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18_4*m_i*1_1"/>
  <p:tag name="KSO_WM_TEMPLATE_CATEGORY" val="diagram"/>
  <p:tag name="KSO_WM_TEMPLATE_INDEX" val="20236918"/>
  <p:tag name="KSO_WM_UNIT_LAYERLEVEL" val="1_1"/>
  <p:tag name="KSO_WM_TAG_VERSION" val="3.0"/>
  <p:tag name="KSO_WM_DIAGRAM_GROUP_CODE" val="m1-1"/>
  <p:tag name="KSO_WM_UNIT_TYPE" val="m_i"/>
  <p:tag name="KSO_WM_UNIT_INDEX" val="1_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701.7802856445312,&quot;left&quot;:77.15,&quot;top&quot;:1.4499212598424491,&quot;width&quot;:882.7}"/>
  <p:tag name="KSO_WM_DIAGRAM_COLOR_MATCH_VALUE" val="{&quot;shape&quot;:{&quot;fill&quot;:{&quot;gradient&quot;:[{&quot;brightness&quot;:0,&quot;colorType&quot;:1,&quot;foreColorIndex&quot;:5,&quot;pos&quot;:1,&quot;transparency&quot;:0.6000000238418579},{&quot;brightness&quot;:0,&quot;colorType&quot;:1,&quot;foreColorIndex&quot;:5,&quot;pos&quot;:0.4699999988079071,&quot;transparency&quot;:0.800000011920929},{&quot;brightness&quot;:0,&quot;colorType&quot;:1,&quot;foreColorIndex&quot;:5,&quot;pos&quot;:0,&quot;transparency&quot;:1}],&quot;type&quot;:3},&quot;glow&quot;:{&quot;colorType&quot;:0},&quot;line&quot;:{&quot;gradient&quot;:[{&quot;brightness&quot;:0,&quot;colorType&quot;:1,&quot;foreColorIndex&quot;:5,&quot;pos&quot;:0.6800000071525574,&quot;transparency&quot;:0},{&quot;brightness&quot;:0,&quot;colorType&quot;:1,&quot;foreColorIndex&quot;:5,&quot;pos&quot;:0.33000001311302185,&quot;transparency&quot;:0.6000000238418579},{&quot;brightness&quot;:0,&quot;colorType&quot;:1,&quot;foreColorIndex&quot;:5,&quot;pos&quot;:0,&quot;transparency&quot;:1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1"/>
  <p:tag name="KSO_WM_UNIT_LINE_FORE_SCHEMECOLOR_INDEX_2_BRIGHTNESS" val="0"/>
  <p:tag name="KSO_WM_UNIT_LINE_FORE_SCHEMECOLOR_INDEX_2" val="5"/>
  <p:tag name="KSO_WM_UNIT_LINE_FORE_SCHEMECOLOR_INDEX_2_POS" val="0.33"/>
  <p:tag name="KSO_WM_UNIT_LINE_FORE_SCHEMECOLOR_INDEX_2_TRANS" val="0.6"/>
  <p:tag name="KSO_WM_UNIT_LINE_FORE_SCHEMECOLOR_INDEX_3_BRIGHTNESS" val="0"/>
  <p:tag name="KSO_WM_UNIT_LINE_FORE_SCHEMECOLOR_INDEX_3" val="5"/>
  <p:tag name="KSO_WM_UNIT_LINE_FORE_SCHEMECOLOR_INDEX_3_POS" val="0.68"/>
  <p:tag name="KSO_WM_UNIT_LINE_FORE_SCHEMECOLOR_INDEX_3_TRANS" val="0"/>
  <p:tag name="KSO_WM_UNIT_LINE_FORE_SCHEMECOLOR_INDEX_4_BRIGHTNESS" val="0"/>
  <p:tag name="KSO_WM_UNIT_LINE_FORE_SCHEMECOLOR_INDEX_4" val="5"/>
  <p:tag name="KSO_WM_UNIT_LINE_FORE_SCHEMECOLOR_INDEX_4_POS" val="1"/>
  <p:tag name="KSO_WM_UNIT_LINE_FORE_SCHEMECOLOR_INDEX_4_TRANS" val="1"/>
  <p:tag name="KSO_WM_UNIT_LINE_GRADIENT_TYPE" val="0"/>
  <p:tag name="KSO_WM_UNIT_LINE_GRADIENT_ANGLE" val="0"/>
  <p:tag name="KSO_WM_UNIT_LINE_GRADIENT_DIRECTION" val="3"/>
  <p:tag name="KSO_WM_UNIT_LINE_FILL_TYPE" val="5"/>
  <p:tag name="KSO_WM_UNIT_USESOURCEFORMAT_APPLY" val="1"/>
  <p:tag name="KSO_WM_DIAGRAM_USE_COLOR_VALUE" val="{&quot;color_scheme&quot;:1,&quot;color_type&quot;:1,&quot;theme_color_indexes&quot;:[5,6,5,6,5,6]}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5,&quot;left&quot;:46.35,&quot;top&quot;:81.8,&quot;width&quot;:280.3}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50026872,21602143,21564772],&quot;65&quot;:[20205081],&quot;70&quot;:[3331400]}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4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1_1"/>
  <p:tag name="KSO_WM_UNIT_ID" val="diagram20234927_2*q_h_i*1_1_1"/>
  <p:tag name="KSO_WM_TEMPLATE_CATEGORY" val="diagram"/>
  <p:tag name="KSO_WM_TEMPLATE_INDEX" val="2023492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2.3000122070313,&quot;left&quot;:-106.15000610351562,&quot;top&quot;:10.849993896484374,&quot;width&quot;:711.9750454735944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.4000000059604645},{&quot;brightness&quot;:0,&quot;colorType&quot;:1,&quot;foreColorIndex&quot;:5,&quot;pos&quot;:0.80000001192092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VERSION" val="3"/>
  <p:tag name="KSO_WM_DIAGRAM_COLOR_TRICK" val="4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2_1"/>
  <p:tag name="KSO_WM_UNIT_ID" val="diagram20234927_2*q_h_i*1_2_1"/>
  <p:tag name="KSO_WM_TEMPLATE_CATEGORY" val="diagram"/>
  <p:tag name="KSO_WM_TEMPLATE_INDEX" val="20234927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82.3000122070313,&quot;left&quot;:-106.15000610351562,&quot;top&quot;:10.849993896484374,&quot;width&quot;:711.9750454735944}"/>
  <p:tag name="KSO_WM_DIAGRAM_COLOR_MATCH_VALUE" val="{&quot;shape&quot;:{&quot;fill&quot;:{&quot;type&quot;:0},&quot;glow&quot;:{&quot;colorType&quot;:0},&quot;line&quot;:{&quot;gradient&quot;:[{&quot;brightness&quot;:0,&quot;colorType&quot;:1,&quot;foreColorIndex&quot;:6,&quot;pos&quot;:0,&quot;transparency&quot;:0.6000000238418579},{&quot;brightness&quot;:0,&quot;colorType&quot;:1,&quot;foreColorIndex&quot;:6,&quot;pos&quot;:0.80000001192092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VERSION" val="3"/>
  <p:tag name="KSO_WM_DIAGRAM_COLOR_TRICK" val="4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3_1"/>
  <p:tag name="KSO_WM_UNIT_ID" val="diagram20234927_2*q_h_i*1_3_1"/>
  <p:tag name="KSO_WM_TEMPLATE_CATEGORY" val="diagram"/>
  <p:tag name="KSO_WM_TEMPLATE_INDEX" val="20234927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82.3000122070313,&quot;left&quot;:-106.15000610351562,&quot;top&quot;:10.849993896484374,&quot;width&quot;:711.9750454735944}"/>
  <p:tag name="KSO_WM_DIAGRAM_COLOR_MATCH_VALUE" val="{&quot;shape&quot;:{&quot;fill&quot;:{&quot;type&quot;:0},&quot;glow&quot;:{&quot;colorType&quot;:0},&quot;line&quot;:{&quot;gradient&quot;:[{&quot;brightness&quot;:0,&quot;colorType&quot;:1,&quot;foreColorIndex&quot;:7,&quot;pos&quot;:0,&quot;transparency&quot;:0.4000000059604645},{&quot;brightness&quot;:0,&quot;colorType&quot;:1,&quot;foreColorIndex&quot;:7,&quot;pos&quot;:0.80000001192092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q_h_f"/>
  <p:tag name="KSO_WM_UNIT_INDEX" val="1_1_1"/>
  <p:tag name="KSO_WM_UNIT_ID" val="diagram20234927_2*q_h_f*1_1_1"/>
  <p:tag name="KSO_WM_TEMPLATE_CATEGORY" val="diagram"/>
  <p:tag name="KSO_WM_TEMPLATE_INDEX" val="20234927"/>
  <p:tag name="KSO_WM_UNIT_LAYERLEVEL" val="1_1_1"/>
  <p:tag name="KSO_WM_TAG_VERSION" val="3.0"/>
  <p:tag name="KSO_WM_UNIT_TEXT_FILL_FORE_SCHEMECOLOR_INDEX_BRIGHTNESS" val="0.25"/>
  <p:tag name="KSO_WM_DIAGRAM_VERSION" val="3"/>
  <p:tag name="KSO_WM_DIAGRAM_COLOR_TRICK" val="4"/>
  <p:tag name="KSO_WM_DIAGRAM_COLOR_TEXT_CAN_REMOVE" val="n"/>
  <p:tag name="KSO_WM_DIAGRAM_GROUP_CODE" val="q1-1"/>
  <p:tag name="KSO_WM_DIAGRAM_MAX_ITEMCNT" val="4"/>
  <p:tag name="KSO_WM_DIAGRAM_MIN_ITEMCNT" val="2"/>
  <p:tag name="KSO_WM_DIAGRAM_VIRTUALLY_FRAME" val="{&quot;height&quot;:382.3000122070313,&quot;left&quot;:-106.15000610351562,&quot;top&quot;:10.849993896484374,&quot;width&quot;:711.97504547359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TEXT_LAYER_COUNT" val="1"/>
  <p:tag name="KSO_WM_UNIT_PRESET_TEXT" val="单击此处添加文本具体内容，简明扼要地阐述您的观点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q_h_f"/>
  <p:tag name="KSO_WM_UNIT_INDEX" val="1_2_1"/>
  <p:tag name="KSO_WM_UNIT_ID" val="diagram20234927_2*q_h_f*1_2_1"/>
  <p:tag name="KSO_WM_TEMPLATE_CATEGORY" val="diagram"/>
  <p:tag name="KSO_WM_TEMPLATE_INDEX" val="20234927"/>
  <p:tag name="KSO_WM_UNIT_LAYERLEVEL" val="1_1_1"/>
  <p:tag name="KSO_WM_TAG_VERSION" val="3.0"/>
  <p:tag name="KSO_WM_UNIT_TEXT_FILL_FORE_SCHEMECOLOR_INDEX_BRIGHTNESS" val="0.25"/>
  <p:tag name="KSO_WM_DIAGRAM_VERSION" val="3"/>
  <p:tag name="KSO_WM_DIAGRAM_COLOR_TRICK" val="4"/>
  <p:tag name="KSO_WM_DIAGRAM_COLOR_TEXT_CAN_REMOVE" val="n"/>
  <p:tag name="KSO_WM_DIAGRAM_GROUP_CODE" val="q1-1"/>
  <p:tag name="KSO_WM_DIAGRAM_MAX_ITEMCNT" val="4"/>
  <p:tag name="KSO_WM_DIAGRAM_MIN_ITEMCNT" val="2"/>
  <p:tag name="KSO_WM_DIAGRAM_VIRTUALLY_FRAME" val="{&quot;height&quot;:382.3000122070313,&quot;left&quot;:-106.15000610351562,&quot;top&quot;:10.849993896484374,&quot;width&quot;:711.97504547359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TEXT_LAYER_COUNT" val="1"/>
  <p:tag name="KSO_WM_UNIT_PRESET_TEXT" val="单击此处添加文本具体内容，简明扼要地阐述您的观点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q_h_f"/>
  <p:tag name="KSO_WM_UNIT_INDEX" val="1_3_1"/>
  <p:tag name="KSO_WM_UNIT_ID" val="diagram20234927_2*q_h_f*1_3_1"/>
  <p:tag name="KSO_WM_TEMPLATE_CATEGORY" val="diagram"/>
  <p:tag name="KSO_WM_TEMPLATE_INDEX" val="20234927"/>
  <p:tag name="KSO_WM_UNIT_LAYERLEVEL" val="1_1_1"/>
  <p:tag name="KSO_WM_TAG_VERSION" val="3.0"/>
  <p:tag name="KSO_WM_UNIT_TEXT_FILL_FORE_SCHEMECOLOR_INDEX_BRIGHTNESS" val="0.25"/>
  <p:tag name="KSO_WM_DIAGRAM_VERSION" val="3"/>
  <p:tag name="KSO_WM_DIAGRAM_COLOR_TRICK" val="4"/>
  <p:tag name="KSO_WM_DIAGRAM_COLOR_TEXT_CAN_REMOVE" val="n"/>
  <p:tag name="KSO_WM_DIAGRAM_GROUP_CODE" val="q1-1"/>
  <p:tag name="KSO_WM_DIAGRAM_MAX_ITEMCNT" val="4"/>
  <p:tag name="KSO_WM_DIAGRAM_MIN_ITEMCNT" val="2"/>
  <p:tag name="KSO_WM_DIAGRAM_VIRTUALLY_FRAME" val="{&quot;height&quot;:382.3000122070313,&quot;left&quot;:-106.15000610351562,&quot;top&quot;:10.849993896484374,&quot;width&quot;:711.97504547359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TEXT_LAYER_COUNT" val="1"/>
  <p:tag name="KSO_WM_UNIT_PRESET_TEXT" val="单击此处添加文本具体内容，简明扼要地阐述您的观点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a"/>
  <p:tag name="KSO_WM_UNIT_INDEX" val="1_1_1"/>
  <p:tag name="KSO_WM_UNIT_ID" val="diagram20234927_2*q_h_a*1_1_1"/>
  <p:tag name="KSO_WM_TEMPLATE_CATEGORY" val="diagram"/>
  <p:tag name="KSO_WM_TEMPLATE_INDEX" val="2023492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4"/>
  <p:tag name="KSO_WM_DIAGRAM_MIN_ITEMCNT" val="2"/>
  <p:tag name="KSO_WM_DIAGRAM_VIRTUALLY_FRAME" val="{&quot;height&quot;:382.3000122070313,&quot;left&quot;:-106.15000610351562,&quot;top&quot;:10.849993896484374,&quot;width&quot;:711.97504547359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BEAUTIFY_FLAG" val="#wm#"/>
  <p:tag name="KSO_WM_UNIT_TEXT_TYPE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a"/>
  <p:tag name="KSO_WM_UNIT_INDEX" val="1_3_1"/>
  <p:tag name="KSO_WM_UNIT_ID" val="diagram20234927_2*q_h_a*1_3_1"/>
  <p:tag name="KSO_WM_TEMPLATE_CATEGORY" val="diagram"/>
  <p:tag name="KSO_WM_TEMPLATE_INDEX" val="2023492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4"/>
  <p:tag name="KSO_WM_DIAGRAM_MIN_ITEMCNT" val="2"/>
  <p:tag name="KSO_WM_DIAGRAM_VIRTUALLY_FRAME" val="{&quot;height&quot;:382.3000122070313,&quot;left&quot;:-106.15000610351562,&quot;top&quot;:10.849993896484374,&quot;width&quot;:711.97504547359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BEAUTIFY_FLAG" val="#wm#"/>
  <p:tag name="KSO_WM_UNIT_VALUE" val="12"/>
  <p:tag name="KSO_WM_UNIT_TEXT_TYPE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a"/>
  <p:tag name="KSO_WM_UNIT_INDEX" val="1_2_1"/>
  <p:tag name="KSO_WM_UNIT_ID" val="diagram20234927_2*q_h_a*1_2_1"/>
  <p:tag name="KSO_WM_TEMPLATE_CATEGORY" val="diagram"/>
  <p:tag name="KSO_WM_TEMPLATE_INDEX" val="2023492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4"/>
  <p:tag name="KSO_WM_DIAGRAM_MIN_ITEMCNT" val="2"/>
  <p:tag name="KSO_WM_DIAGRAM_VIRTUALLY_FRAME" val="{&quot;height&quot;:382.3000122070313,&quot;left&quot;:-106.15000610351562,&quot;top&quot;:10.849993896484374,&quot;width&quot;:711.97504547359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BEAUTIFY_FLAG" val="#wm#"/>
  <p:tag name="KSO_WM_UNIT_VALUE" val="12"/>
  <p:tag name="KSO_WM_UNIT_TEXT_TYPE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74*352"/>
  <p:tag name="TABLE_ENDDRAG_RECT" val="143*76*674*352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76*58"/>
  <p:tag name="TABLE_ENDDRAG_RECT" val="118*432*676*58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21572179,50029937,20201638],&quot;13&quot;:[19965469,20481828],&quot;65&quot;:[20205081]}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04*413"/>
  <p:tag name="TABLE_ENDDRAG_RECT" val="449*82*504*413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82*342"/>
  <p:tag name="TABLE_ENDDRAG_RECT" val="6*62*482*342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56*53"/>
  <p:tag name="TABLE_ENDDRAG_RECT" val="30*423*456*53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27*200"/>
  <p:tag name="TABLE_ENDDRAG_RECT" val="23*285*427*200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84*168"/>
  <p:tag name="TABLE_ENDDRAG_RECT" val="466*313*484*168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2"/>
  <p:tag name="KSO_WM_UNIT_ID" val="diagram20235019_1*n_h_i*1_1_2"/>
  <p:tag name="KSO_WM_TEMPLATE_CATEGORY" val="diagram"/>
  <p:tag name="KSO_WM_TEMPLATE_INDEX" val="2023501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DIAGRAM_MAX_ITEMCNT" val="6"/>
  <p:tag name="KSO_WM_DIAGRAM_MIN_ITEMCNT" val="4"/>
  <p:tag name="KSO_WM_DIAGRAM_VIRTUALLY_FRAME" val="{&quot;height&quot;:460.4244094488189,&quot;left&quot;:24.890236220472435,&quot;top&quot;:79.57559055118108,&quot;width&quot;:911.7684251968506}"/>
  <p:tag name="KSO_WM_DIAGRAM_COLOR_MATCH_VALUE" val="{&quot;shape&quot;:{&quot;fill&quot;:{&quot;gradient&quot;:[{&quot;brightness&quot;:0,&quot;colorType&quot;:1,&quot;foreColorIndex&quot;:5,&quot;pos&quot;:0.3700000047683716,&quot;transparency&quot;:0.8700000047683716},{&quot;brightness&quot;:0,&quot;colorType&quot;:1,&quot;foreColorIndex&quot;:5,&quot;pos&quot;:0,&quot;transparency&quot;:1},{&quot;brightness&quot;:0,&quot;colorType&quot;:1,&quot;foreColorIndex&quot;:5,&quot;pos&quot;:1,&quot;transparency&quot;:1}],&quot;type&quot;:3},&quot;glow&quot;:{&quot;colorType&quot;:0},&quot;line&quot;:{&quot;gradient&quot;:[{&quot;brightness&quot;:0.4000000059604645,&quot;colorType&quot;:1,&quot;foreColorIndex&quot;:5,&quot;pos&quot;:0,&quot;transparency&quot;:0},{&quot;brightness&quot;:0,&quot;colorType&quot;:1,&quot;foreColorIndex&quot;:5,&quot;pos&quot;:0.6000000238418579,&quot;transparency&quot;:1},{&quot;brightness&quot;:0,&quot;colorType&quot;:1,&quot;foreColorIndex&quot;:5,&quot;pos&quot;:0.4099999964237213,&quot;transparency&quot;:1},{&quot;brightness&quot;:0.4000000059604645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4"/>
  <p:tag name="KSO_WM_UNIT_ID" val="diagram20235019_1*n_h_i*1_1_4"/>
  <p:tag name="KSO_WM_TEMPLATE_CATEGORY" val="diagram"/>
  <p:tag name="KSO_WM_TEMPLATE_INDEX" val="2023501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DIAGRAM_MAX_ITEMCNT" val="6"/>
  <p:tag name="KSO_WM_DIAGRAM_MIN_ITEMCNT" val="4"/>
  <p:tag name="KSO_WM_DIAGRAM_VIRTUALLY_FRAME" val="{&quot;height&quot;:460.4244094488189,&quot;left&quot;:24.890236220472435,&quot;top&quot;:79.57559055118108,&quot;width&quot;:911.7684251968506}"/>
  <p:tag name="KSO_WM_DIAGRAM_COLOR_MATCH_VALUE" val="{&quot;shape&quot;:{&quot;fill&quot;:{&quot;gradient&quot;:[{&quot;brightness&quot;:0.4000000059604645,&quot;colorType&quot;:1,&quot;foreColorIndex&quot;:5,&quot;pos&quot;:0.36000001430511475,&quot;transparency&quot;:1},{&quot;brightness&quot;:0.4000000059604645,&quot;colorType&quot;:1,&quot;foreColorIndex&quot;:5,&quot;pos&quot;:1,&quot;transparency&quot;:0.8999999761581421}],&quot;type&quot;:3},&quot;glow&quot;:{&quot;colorType&quot;:0},&quot;line&quot;:{&quot;gradient&quot;:[{&quot;brightness&quot;:0,&quot;colorType&quot;:1,&quot;foreColorIndex&quot;:5,&quot;pos&quot;:0.1899999976158142,&quot;transparency&quot;:1},{&quot;brightness&quot;:0.4000000059604645,&quot;colorType&quot;:1,&quot;foreColorIndex&quot;:5,&quot;pos&quot;:1,&quot;transparency&quot;:0.009999999776482582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8"/>
  <p:tag name="KSO_WM_UNIT_ID" val="diagram20235019_1*n_h_i*1_1_8"/>
  <p:tag name="KSO_WM_TEMPLATE_CATEGORY" val="diagram"/>
  <p:tag name="KSO_WM_TEMPLATE_INDEX" val="2023501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DIAGRAM_MAX_ITEMCNT" val="6"/>
  <p:tag name="KSO_WM_DIAGRAM_MIN_ITEMCNT" val="4"/>
  <p:tag name="KSO_WM_DIAGRAM_VIRTUALLY_FRAME" val="{&quot;height&quot;:460.4244094488189,&quot;left&quot;:24.890236220472435,&quot;top&quot;:79.57559055118108,&quot;width&quot;:911.7684251968506}"/>
  <p:tag name="KSO_WM_DIAGRAM_COLOR_MATCH_VALUE" val="{&quot;shape&quot;:{&quot;fill&quot;:{&quot;gradient&quot;:[{&quot;brightness&quot;:0,&quot;colorType&quot;:1,&quot;foreColorIndex&quot;:5,&quot;pos&quot;:0.5099999904632568,&quot;transparency&quot;:1},{&quot;brightness&quot;:0,&quot;colorType&quot;:1,&quot;foreColorIndex&quot;:5,&quot;pos&quot;:0,&quot;transparency&quot;:1},{&quot;brightness&quot;:0,&quot;colorType&quot;:1,&quot;foreColorIndex&quot;:5,&quot;pos&quot;:1,&quot;transparency&quot;:0.6200000047683716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1"/>
  <p:tag name="KSO_WM_UNIT_ID" val="diagram20235019_1*n_h_i*1_1_1"/>
  <p:tag name="KSO_WM_TEMPLATE_CATEGORY" val="diagram"/>
  <p:tag name="KSO_WM_TEMPLATE_INDEX" val="2023501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DIAGRAM_MAX_ITEMCNT" val="6"/>
  <p:tag name="KSO_WM_DIAGRAM_MIN_ITEMCNT" val="4"/>
  <p:tag name="KSO_WM_DIAGRAM_VIRTUALLY_FRAME" val="{&quot;height&quot;:460.4244094488189,&quot;left&quot;:24.890236220472435,&quot;top&quot;:79.57559055118108,&quot;width&quot;:911.7684251968506}"/>
  <p:tag name="KSO_WM_DIAGRAM_COLOR_MATCH_VALUE" val="{&quot;shape&quot;:{&quot;fill&quot;:{&quot;gradient&quot;:[{&quot;brightness&quot;:0,&quot;colorType&quot;:1,&quot;foreColorIndex&quot;:5,&quot;pos&quot;:0.18000000715255737,&quot;transparency&quot;:1},{&quot;brightness&quot;:0,&quot;colorType&quot;:1,&quot;foreColorIndex&quot;:5,&quot;pos&quot;:1,&quot;transparency&quot;:0.6800000071525574}],&quot;type&quot;:3},&quot;glow&quot;:{&quot;colorType&quot;:0},&quot;line&quot;:{&quot;gradient&quot;:[{&quot;brightness&quot;:0,&quot;colorType&quot;:1,&quot;foreColorIndex&quot;:5,&quot;pos&quot;:0.2199999988079071,&quot;transparency&quot;:1},{&quot;brightness&quot;:0,&quot;colorType&quot;:1,&quot;foreColorIndex&quot;:5,&quot;pos&quot;:0.5,&quot;transparency&quot;:0.9100000262260437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点击此处添加正文，文字是您思想的提炼，为了演示发布的良好效果，请言简意赅的阐述您的观点。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1_1"/>
  <p:tag name="KSO_WM_UNIT_ID" val="diagram20235019_1*n_h_h_f*1_2_1_1"/>
  <p:tag name="KSO_WM_TEMPLATE_CATEGORY" val="diagram"/>
  <p:tag name="KSO_WM_TEMPLATE_INDEX" val="20235019"/>
  <p:tag name="KSO_WM_UNIT_LAYERLEVEL" val="1_1_1_1"/>
  <p:tag name="KSO_WM_TAG_VERSION" val="3.0"/>
  <p:tag name="KSO_WM_BEAUTIFY_FLAG" val="#wm#"/>
  <p:tag name="KSO_WM_DIAGRAM_GROUP_CODE" val="n1-1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UNIT_TEXT_TYPE" val="1"/>
  <p:tag name="KSO_WM_DIAGRAM_MAX_ITEMCNT" val="6"/>
  <p:tag name="KSO_WM_DIAGRAM_MIN_ITEMCNT" val="4"/>
  <p:tag name="KSO_WM_DIAGRAM_VIRTUALLY_FRAME" val="{&quot;height&quot;:460.4244094488189,&quot;left&quot;:24.890236220472435,&quot;top&quot;:79.57559055118108,&quot;width&quot;:911.76842519685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选择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1_1"/>
  <p:tag name="KSO_WM_UNIT_ID" val="diagram20235019_1*n_h_h_a*1_2_1_1"/>
  <p:tag name="KSO_WM_TEMPLATE_CATEGORY" val="diagram"/>
  <p:tag name="KSO_WM_TEMPLATE_INDEX" val="20235019"/>
  <p:tag name="KSO_WM_UNIT_LAYERLEVEL" val="1_1_1_1"/>
  <p:tag name="KSO_WM_TAG_VERSION" val="3.0"/>
  <p:tag name="KSO_WM_BEAUTIFY_FLAG" val="#wm#"/>
  <p:tag name="KSO_WM_DIAGRAM_GROUP_CODE" val="n1-1"/>
  <p:tag name="KSO_WM_DIAGRAM_VERSION" val="3"/>
  <p:tag name="KSO_WM_DIAGRAM_COLOR_TRICK" val="1"/>
  <p:tag name="KSO_WM_DIAGRAM_COLOR_TEXT_CAN_REMOVE" val="n"/>
  <p:tag name="KSO_WM_UNIT_TEXT_FILL_FORE_SCHEMECOLOR_INDEX" val="3"/>
  <p:tag name="KSO_WM_UNIT_TEXT_FILL_TYPE" val="3"/>
  <p:tag name="KSO_WM_UNIT_TEXT_TYPE" val="1"/>
  <p:tag name="KSO_WM_DIAGRAM_MAX_ITEMCNT" val="6"/>
  <p:tag name="KSO_WM_DIAGRAM_MIN_ITEMCNT" val="4"/>
  <p:tag name="KSO_WM_DIAGRAM_VIRTUALLY_FRAME" val="{&quot;height&quot;:460.4244094488189,&quot;left&quot;:24.890236220472435,&quot;top&quot;:79.57559055118108,&quot;width&quot;:911.76842519685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.5,&quot;transparency&quot;:0},{&quot;brightness&quot;:0.75,&quot;colorType&quot;:1,&quot;foreColorIndex&quot;:5,&quot;pos&quot;:0,&quot;transparency&quot;:0},{&quot;brightness&quot;:-0.15000000596046448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3"/>
  <p:tag name="KSO_WM_UNIT_ID" val="diagram20235019_1*n_h_i*1_1_3"/>
  <p:tag name="KSO_WM_TEMPLATE_CATEGORY" val="diagram"/>
  <p:tag name="KSO_WM_TEMPLATE_INDEX" val="2023501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DIAGRAM_MAX_ITEMCNT" val="6"/>
  <p:tag name="KSO_WM_DIAGRAM_MIN_ITEMCNT" val="4"/>
  <p:tag name="KSO_WM_DIAGRAM_VIRTUALLY_FRAME" val="{&quot;height&quot;:460.4244094488189,&quot;left&quot;:24.890236220472435,&quot;top&quot;:79.57559055118108,&quot;width&quot;:911.7684251968506}"/>
  <p:tag name="KSO_WM_DIAGRAM_COLOR_MATCH_VALUE" val="{&quot;shape&quot;:{&quot;fill&quot;:{&quot;gradient&quot;:[{&quot;brightness&quot;:0,&quot;colorType&quot;:1,&quot;foreColorIndex&quot;:5,&quot;pos&quot;:0.6899999976158142,&quot;transparency&quot;:0.44999998807907104},{&quot;brightness&quot;:0.4000000059604645,&quot;colorType&quot;:1,&quot;foreColorIndex&quot;:5,&quot;pos&quot;:0,&quot;transparency&quot;:0.6600000262260437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7"/>
  <p:tag name="KSO_WM_UNIT_ID" val="diagram20235019_1*n_h_i*1_1_7"/>
  <p:tag name="KSO_WM_TEMPLATE_CATEGORY" val="diagram"/>
  <p:tag name="KSO_WM_TEMPLATE_INDEX" val="2023501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6"/>
  <p:tag name="KSO_WM_DIAGRAM_MIN_ITEMCNT" val="4"/>
  <p:tag name="KSO_WM_DIAGRAM_VIRTUALLY_FRAME" val="{&quot;height&quot;:460.4244094488189,&quot;left&quot;:24.890236220472435,&quot;top&quot;:79.57559055118108,&quot;width&quot;:911.7684251968506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2199999988079071,&quot;transparency&quot;:1},{&quot;brightness&quot;:0,&quot;colorType&quot;:1,&quot;foreColorIndex&quot;:5,&quot;pos&quot;:0.5,&quot;transparency&quot;:0.5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5"/>
  <p:tag name="KSO_WM_UNIT_ID" val="diagram20235019_1*n_h_i*1_1_5"/>
  <p:tag name="KSO_WM_TEMPLATE_CATEGORY" val="diagram"/>
  <p:tag name="KSO_WM_TEMPLATE_INDEX" val="2023501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6"/>
  <p:tag name="KSO_WM_DIAGRAM_MIN_ITEMCNT" val="4"/>
  <p:tag name="KSO_WM_DIAGRAM_VIRTUALLY_FRAME" val="{&quot;height&quot;:460.4244094488189,&quot;left&quot;:24.890236220472435,&quot;top&quot;:79.57559055118108,&quot;width&quot;:911.7684251968506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2199999988079071,&quot;transparency&quot;:1},{&quot;brightness&quot;:0,&quot;colorType&quot;:1,&quot;foreColorIndex&quot;:5,&quot;pos&quot;:0.5,&quot;transparency&quot;:0.9300000071525574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点击此处添加正文，文字是您思想的提炼，为了演示发布的良好效果，请言简意赅的阐述您的观点。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3_1"/>
  <p:tag name="KSO_WM_UNIT_ID" val="diagram20235019_1*n_h_h_f*1_2_3_1"/>
  <p:tag name="KSO_WM_TEMPLATE_CATEGORY" val="diagram"/>
  <p:tag name="KSO_WM_TEMPLATE_INDEX" val="20235019"/>
  <p:tag name="KSO_WM_UNIT_LAYERLEVEL" val="1_1_1_1"/>
  <p:tag name="KSO_WM_TAG_VERSION" val="3.0"/>
  <p:tag name="KSO_WM_BEAUTIFY_FLAG" val="#wm#"/>
  <p:tag name="KSO_WM_DIAGRAM_GROUP_CODE" val="n1-1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UNIT_TEXT_TYPE" val="1"/>
  <p:tag name="KSO_WM_DIAGRAM_MAX_ITEMCNT" val="6"/>
  <p:tag name="KSO_WM_DIAGRAM_MIN_ITEMCNT" val="4"/>
  <p:tag name="KSO_WM_DIAGRAM_VIRTUALLY_FRAME" val="{&quot;height&quot;:460.4244094488189,&quot;left&quot;:24.890236220472435,&quot;top&quot;:79.57559055118108,&quot;width&quot;:911.76842519685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选择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3_1"/>
  <p:tag name="KSO_WM_UNIT_ID" val="diagram20235019_1*n_h_h_a*1_2_3_1"/>
  <p:tag name="KSO_WM_TEMPLATE_CATEGORY" val="diagram"/>
  <p:tag name="KSO_WM_TEMPLATE_INDEX" val="20235019"/>
  <p:tag name="KSO_WM_UNIT_LAYERLEVEL" val="1_1_1_1"/>
  <p:tag name="KSO_WM_TAG_VERSION" val="3.0"/>
  <p:tag name="KSO_WM_BEAUTIFY_FLAG" val="#wm#"/>
  <p:tag name="KSO_WM_DIAGRAM_GROUP_CODE" val="n1-1"/>
  <p:tag name="KSO_WM_DIAGRAM_VERSION" val="3"/>
  <p:tag name="KSO_WM_DIAGRAM_COLOR_TRICK" val="1"/>
  <p:tag name="KSO_WM_DIAGRAM_COLOR_TEXT_CAN_REMOVE" val="n"/>
  <p:tag name="KSO_WM_UNIT_TEXT_FILL_FORE_SCHEMECOLOR_INDEX" val="3"/>
  <p:tag name="KSO_WM_UNIT_TEXT_FILL_TYPE" val="3"/>
  <p:tag name="KSO_WM_UNIT_TEXT_TYPE" val="1"/>
  <p:tag name="KSO_WM_DIAGRAM_MAX_ITEMCNT" val="6"/>
  <p:tag name="KSO_WM_DIAGRAM_MIN_ITEMCNT" val="4"/>
  <p:tag name="KSO_WM_DIAGRAM_VIRTUALLY_FRAME" val="{&quot;height&quot;:460.4244094488189,&quot;left&quot;:24.890236220472435,&quot;top&quot;:79.57559055118108,&quot;width&quot;:911.76842519685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.5,&quot;transparency&quot;:0},{&quot;brightness&quot;:0.75,&quot;colorType&quot;:1,&quot;foreColorIndex&quot;:5,&quot;pos&quot;:0,&quot;transparency&quot;:0},{&quot;brightness&quot;:-0.15000000596046448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6"/>
  <p:tag name="KSO_WM_UNIT_ID" val="diagram20235019_1*n_h_i*1_1_6"/>
  <p:tag name="KSO_WM_TEMPLATE_CATEGORY" val="diagram"/>
  <p:tag name="KSO_WM_TEMPLATE_INDEX" val="2023501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DIAGRAM_MAX_ITEMCNT" val="6"/>
  <p:tag name="KSO_WM_DIAGRAM_MIN_ITEMCNT" val="4"/>
  <p:tag name="KSO_WM_DIAGRAM_VIRTUALLY_FRAME" val="{&quot;height&quot;:460.4244094488189,&quot;left&quot;:24.890236220472435,&quot;top&quot;:79.57559055118108,&quot;width&quot;:911.7684251968506}"/>
  <p:tag name="KSO_WM_DIAGRAM_COLOR_MATCH_VALUE" val="{&quot;shape&quot;:{&quot;fill&quot;:{&quot;gradient&quot;:[{&quot;brightness&quot;:0,&quot;colorType&quot;:2,&quot;pos&quot;:0.5099999904632568,&quot;rgb&quot;:&quot;#0282fa&quot;,&quot;transparency&quot;:1},{&quot;brightness&quot;:0,&quot;colorType&quot;:1,&quot;foreColorIndex&quot;:5,&quot;pos&quot;:0,&quot;transparency&quot;:1},{&quot;brightness&quot;:0,&quot;colorType&quot;:1,&quot;foreColorIndex&quot;:5,&quot;pos&quot;:1,&quot;transparency&quot;:0.829999983310699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1_1"/>
  <p:tag name="KSO_WM_UNIT_ID" val="diagram20235019_1*n_h_h_i*1_2_1_1"/>
  <p:tag name="KSO_WM_TEMPLATE_CATEGORY" val="diagram"/>
  <p:tag name="KSO_WM_TEMPLATE_INDEX" val="20235019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6"/>
  <p:tag name="KSO_WM_DIAGRAM_MIN_ITEMCNT" val="4"/>
  <p:tag name="KSO_WM_DIAGRAM_VIRTUALLY_FRAME" val="{&quot;height&quot;:460.4244094488189,&quot;left&quot;:24.890236220472435,&quot;top&quot;:79.57559055118108,&quot;width&quot;:911.7684251968506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6899999976158142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3_1"/>
  <p:tag name="KSO_WM_UNIT_ID" val="diagram20235019_1*n_h_h_i*1_2_3_1"/>
  <p:tag name="KSO_WM_TEMPLATE_CATEGORY" val="diagram"/>
  <p:tag name="KSO_WM_TEMPLATE_INDEX" val="20235019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6"/>
  <p:tag name="KSO_WM_DIAGRAM_MIN_ITEMCNT" val="4"/>
  <p:tag name="KSO_WM_DIAGRAM_VIRTUALLY_FRAME" val="{&quot;height&quot;:460.4244094488189,&quot;left&quot;:24.890236220472435,&quot;top&quot;:79.57559055118108,&quot;width&quot;:911.7684251968506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6899999976158142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点击此处添加正文，文字是您思想的提炼，为了演示发布的良好效果，请言简意赅的阐述您的观点。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2_1"/>
  <p:tag name="KSO_WM_UNIT_ID" val="diagram20235019_1*n_h_h_f*1_2_2_1"/>
  <p:tag name="KSO_WM_TEMPLATE_CATEGORY" val="diagram"/>
  <p:tag name="KSO_WM_TEMPLATE_INDEX" val="20235019"/>
  <p:tag name="KSO_WM_UNIT_LAYERLEVEL" val="1_1_1_1"/>
  <p:tag name="KSO_WM_TAG_VERSION" val="3.0"/>
  <p:tag name="KSO_WM_BEAUTIFY_FLAG" val="#wm#"/>
  <p:tag name="KSO_WM_DIAGRAM_GROUP_CODE" val="n1-1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UNIT_TEXT_TYPE" val="1"/>
  <p:tag name="KSO_WM_DIAGRAM_MAX_ITEMCNT" val="6"/>
  <p:tag name="KSO_WM_DIAGRAM_MIN_ITEMCNT" val="4"/>
  <p:tag name="KSO_WM_DIAGRAM_VIRTUALLY_FRAME" val="{&quot;height&quot;:460.4244094488189,&quot;left&quot;:24.890236220472435,&quot;top&quot;:79.57559055118108,&quot;width&quot;:911.76842519685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选择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2_1"/>
  <p:tag name="KSO_WM_UNIT_ID" val="diagram20235019_1*n_h_h_a*1_2_2_1"/>
  <p:tag name="KSO_WM_TEMPLATE_CATEGORY" val="diagram"/>
  <p:tag name="KSO_WM_TEMPLATE_INDEX" val="20235019"/>
  <p:tag name="KSO_WM_UNIT_LAYERLEVEL" val="1_1_1_1"/>
  <p:tag name="KSO_WM_TAG_VERSION" val="3.0"/>
  <p:tag name="KSO_WM_BEAUTIFY_FLAG" val="#wm#"/>
  <p:tag name="KSO_WM_DIAGRAM_GROUP_CODE" val="n1-1"/>
  <p:tag name="KSO_WM_DIAGRAM_VERSION" val="3"/>
  <p:tag name="KSO_WM_DIAGRAM_COLOR_TRICK" val="1"/>
  <p:tag name="KSO_WM_DIAGRAM_COLOR_TEXT_CAN_REMOVE" val="n"/>
  <p:tag name="KSO_WM_UNIT_TEXT_FILL_FORE_SCHEMECOLOR_INDEX" val="3"/>
  <p:tag name="KSO_WM_UNIT_TEXT_FILL_TYPE" val="3"/>
  <p:tag name="KSO_WM_UNIT_TEXT_TYPE" val="1"/>
  <p:tag name="KSO_WM_DIAGRAM_MAX_ITEMCNT" val="6"/>
  <p:tag name="KSO_WM_DIAGRAM_MIN_ITEMCNT" val="4"/>
  <p:tag name="KSO_WM_DIAGRAM_VIRTUALLY_FRAME" val="{&quot;height&quot;:460.4244094488189,&quot;left&quot;:24.890236220472435,&quot;top&quot;:79.57559055118108,&quot;width&quot;:911.76842519685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.5,&quot;transparency&quot;:0},{&quot;brightness&quot;:0.75,&quot;colorType&quot;:1,&quot;foreColorIndex&quot;:5,&quot;pos&quot;:0,&quot;transparency&quot;:0},{&quot;brightness&quot;:-0.15000000596046448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点击此处添加正文，文字是您思想的提炼，为了演示发布的良好效果，请言简意赅的阐述您的观点。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4_1"/>
  <p:tag name="KSO_WM_UNIT_ID" val="diagram20235019_1*n_h_h_f*1_2_4_1"/>
  <p:tag name="KSO_WM_TEMPLATE_CATEGORY" val="diagram"/>
  <p:tag name="KSO_WM_TEMPLATE_INDEX" val="20235019"/>
  <p:tag name="KSO_WM_UNIT_LAYERLEVEL" val="1_1_1_1"/>
  <p:tag name="KSO_WM_TAG_VERSION" val="3.0"/>
  <p:tag name="KSO_WM_BEAUTIFY_FLAG" val="#wm#"/>
  <p:tag name="KSO_WM_DIAGRAM_GROUP_CODE" val="n1-1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UNIT_TEXT_TYPE" val="1"/>
  <p:tag name="KSO_WM_DIAGRAM_MAX_ITEMCNT" val="6"/>
  <p:tag name="KSO_WM_DIAGRAM_MIN_ITEMCNT" val="4"/>
  <p:tag name="KSO_WM_DIAGRAM_VIRTUALLY_FRAME" val="{&quot;height&quot;:460.4244094488189,&quot;left&quot;:24.890236220472435,&quot;top&quot;:79.57559055118108,&quot;width&quot;:911.76842519685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选择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4_1"/>
  <p:tag name="KSO_WM_UNIT_ID" val="diagram20235019_1*n_h_h_a*1_2_4_1"/>
  <p:tag name="KSO_WM_TEMPLATE_CATEGORY" val="diagram"/>
  <p:tag name="KSO_WM_TEMPLATE_INDEX" val="20235019"/>
  <p:tag name="KSO_WM_UNIT_LAYERLEVEL" val="1_1_1_1"/>
  <p:tag name="KSO_WM_TAG_VERSION" val="3.0"/>
  <p:tag name="KSO_WM_BEAUTIFY_FLAG" val="#wm#"/>
  <p:tag name="KSO_WM_DIAGRAM_GROUP_CODE" val="n1-1"/>
  <p:tag name="KSO_WM_DIAGRAM_VERSION" val="3"/>
  <p:tag name="KSO_WM_DIAGRAM_COLOR_TRICK" val="1"/>
  <p:tag name="KSO_WM_DIAGRAM_COLOR_TEXT_CAN_REMOVE" val="n"/>
  <p:tag name="KSO_WM_UNIT_TEXT_FILL_FORE_SCHEMECOLOR_INDEX" val="3"/>
  <p:tag name="KSO_WM_UNIT_TEXT_FILL_TYPE" val="3"/>
  <p:tag name="KSO_WM_UNIT_TEXT_TYPE" val="1"/>
  <p:tag name="KSO_WM_DIAGRAM_MAX_ITEMCNT" val="6"/>
  <p:tag name="KSO_WM_DIAGRAM_MIN_ITEMCNT" val="4"/>
  <p:tag name="KSO_WM_DIAGRAM_VIRTUALLY_FRAME" val="{&quot;height&quot;:460.4244094488189,&quot;left&quot;:24.890236220472435,&quot;top&quot;:79.57559055118108,&quot;width&quot;:911.76842519685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.5,&quot;transparency&quot;:0},{&quot;brightness&quot;:0.75,&quot;colorType&quot;:1,&quot;foreColorIndex&quot;:5,&quot;pos&quot;:0,&quot;transparency&quot;:0},{&quot;brightness&quot;:-0.15000000596046448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2_1"/>
  <p:tag name="KSO_WM_UNIT_ID" val="diagram20235019_1*n_h_h_i*1_2_2_1"/>
  <p:tag name="KSO_WM_TEMPLATE_CATEGORY" val="diagram"/>
  <p:tag name="KSO_WM_TEMPLATE_INDEX" val="20235019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6"/>
  <p:tag name="KSO_WM_DIAGRAM_MIN_ITEMCNT" val="4"/>
  <p:tag name="KSO_WM_DIAGRAM_VIRTUALLY_FRAME" val="{&quot;height&quot;:460.4244094488189,&quot;left&quot;:24.890236220472435,&quot;top&quot;:79.57559055118108,&quot;width&quot;:911.7684251968506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6899999976158142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4_1"/>
  <p:tag name="KSO_WM_UNIT_ID" val="diagram20235019_1*n_h_h_i*1_2_4_1"/>
  <p:tag name="KSO_WM_TEMPLATE_CATEGORY" val="diagram"/>
  <p:tag name="KSO_WM_TEMPLATE_INDEX" val="20235019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6"/>
  <p:tag name="KSO_WM_DIAGRAM_MIN_ITEMCNT" val="4"/>
  <p:tag name="KSO_WM_DIAGRAM_VIRTUALLY_FRAME" val="{&quot;height&quot;:460.4244094488189,&quot;left&quot;:24.890236220472435,&quot;top&quot;:79.57559055118108,&quot;width&quot;:911.7684251968506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6899999976158142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选择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a"/>
  <p:tag name="KSO_WM_UNIT_INDEX" val="1_1_1"/>
  <p:tag name="KSO_WM_UNIT_ID" val="diagram20235019_1*n_h_a*1_1_1"/>
  <p:tag name="KSO_WM_TEMPLATE_CATEGORY" val="diagram"/>
  <p:tag name="KSO_WM_TEMPLATE_INDEX" val="20235019"/>
  <p:tag name="KSO_WM_UNIT_LAYERLEVEL" val="1_1_1"/>
  <p:tag name="KSO_WM_TAG_VERSION" val="3.0"/>
  <p:tag name="KSO_WM_BEAUTIFY_FLAG" val="#wm#"/>
  <p:tag name="KSO_WM_DIAGRAM_GROUP_CODE" val="n1-1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UNIT_TEXT_TYPE" val="1"/>
  <p:tag name="KSO_WM_DIAGRAM_MAX_ITEMCNT" val="6"/>
  <p:tag name="KSO_WM_DIAGRAM_MIN_ITEMCNT" val="4"/>
  <p:tag name="KSO_WM_DIAGRAM_VIRTUALLY_FRAME" val="{&quot;height&quot;:460.4244094488189,&quot;left&quot;:24.890236220472435,&quot;top&quot;:79.57559055118108,&quot;width&quot;:911.76842519685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1601</Words>
  <Application>Microsoft Office PowerPoint</Application>
  <PresentationFormat>宽屏</PresentationFormat>
  <Paragraphs>548</Paragraphs>
  <Slides>17</Slides>
  <Notes>3</Notes>
  <HiddenSlides>0</HiddenSlides>
  <MMClips>1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17</vt:i4>
      </vt:variant>
    </vt:vector>
  </HeadingPairs>
  <TitlesOfParts>
    <vt:vector size="38" baseType="lpstr">
      <vt:lpstr>汉仪铸字美心体简</vt:lpstr>
      <vt:lpstr>Calibri</vt:lpstr>
      <vt:lpstr>华文行楷</vt:lpstr>
      <vt:lpstr>AR Verdure Sans Demibold</vt:lpstr>
      <vt:lpstr>金山云技术体</vt:lpstr>
      <vt:lpstr>标准粗黑</vt:lpstr>
      <vt:lpstr>Times New Roman</vt:lpstr>
      <vt:lpstr>Parisian Regular</vt:lpstr>
      <vt:lpstr>汉仪菱心体简</vt:lpstr>
      <vt:lpstr>汉仪雅酷黑简</vt:lpstr>
      <vt:lpstr>微软雅黑</vt:lpstr>
      <vt:lpstr>Arial</vt:lpstr>
      <vt:lpstr>汉仪粗圆简</vt:lpstr>
      <vt:lpstr>华文中宋</vt:lpstr>
      <vt:lpstr>Wingdings</vt:lpstr>
      <vt:lpstr>仓耳玄三M W05</vt:lpstr>
      <vt:lpstr>汉仪汉黑简</vt:lpstr>
      <vt:lpstr>WPS</vt:lpstr>
      <vt:lpstr>Equation</vt:lpstr>
      <vt:lpstr>MathType 7.0 Equation</vt:lpstr>
      <vt:lpstr>WPS 公式 3.0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ZIHENG</dc:creator>
  <cp:lastModifiedBy>光流成河 月</cp:lastModifiedBy>
  <cp:revision>375</cp:revision>
  <dcterms:created xsi:type="dcterms:W3CDTF">2019-06-19T02:08:00Z</dcterms:created>
  <dcterms:modified xsi:type="dcterms:W3CDTF">2025-08-19T00:59:32Z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EDA342FFEE334450B0AE78F6967E07F7_13</vt:lpwstr>
  </property>
</Properties>
</file>